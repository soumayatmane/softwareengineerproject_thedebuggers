
<file path=[Content_Types].xml><?xml version="1.0" encoding="utf-8"?>
<Types xmlns="http://schemas.openxmlformats.org/package/2006/content-types">
  <Default Extension="fntdata" ContentType="application/x-fontdata"/>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4" r:id="rId1"/>
  </p:sldMasterIdLst>
  <p:notesMasterIdLst>
    <p:notesMasterId r:id="rId9"/>
  </p:notesMasterIdLst>
  <p:sldIdLst>
    <p:sldId id="256" r:id="rId2"/>
    <p:sldId id="311" r:id="rId3"/>
    <p:sldId id="312" r:id="rId4"/>
    <p:sldId id="259" r:id="rId5"/>
    <p:sldId id="308" r:id="rId6"/>
    <p:sldId id="265" r:id="rId7"/>
    <p:sldId id="310" r:id="rId8"/>
  </p:sldIdLst>
  <p:sldSz cx="9144000" cy="5143500" type="screen16x9"/>
  <p:notesSz cx="6858000" cy="9144000"/>
  <p:embeddedFontLst>
    <p:embeddedFont>
      <p:font typeface="Barlow" panose="020B0604020202020204" charset="0"/>
      <p:regular r:id="rId10"/>
      <p:bold r:id="rId11"/>
      <p:italic r:id="rId12"/>
      <p:boldItalic r:id="rId13"/>
    </p:embeddedFont>
    <p:embeddedFont>
      <p:font typeface="Spline Sans" panose="020B0604020202020204" charset="0"/>
      <p:regular r:id="rId14"/>
      <p:bold r:id="rId1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5050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2D80B98-DC82-4F28-AEDC-D1163490ABE8}" v="134" dt="2026-01-27T02:45:38.984"/>
    <p1510:client id="{3C758E05-2531-AAE4-41A7-2780CF07A27E}" v="49" dt="2026-01-26T18:21:05.514"/>
    <p1510:client id="{5724C10D-24E3-C056-455E-D482E21AA3BD}" v="306" dt="2026-01-27T03:13:32.719"/>
    <p1510:client id="{6B696F73-B242-35A6-35E8-4D932EA13844}" v="4" dt="2026-01-27T17:28:09.053"/>
    <p1510:client id="{8694CA1C-1CF3-D51A-786B-4BF6536D3505}" v="759" dt="2026-01-26T21:27:12.594"/>
    <p1510:client id="{90EFE418-F258-5F18-A696-4DF0DFD957B2}" v="1554" dt="2026-01-27T01:30:27.412"/>
    <p1510:client id="{EA6E8B8C-1419-5F2E-D52B-3C30A8349F9B}" v="323" dt="2026-01-27T03:20:58.510"/>
  </p1510:revLst>
</p1510:revInfo>
</file>

<file path=ppt/tableStyles.xml><?xml version="1.0" encoding="utf-8"?>
<a:tblStyleLst xmlns:a="http://schemas.openxmlformats.org/drawingml/2006/main" def="{DE417CE0-8346-4C9E-A3B4-176B8D8C4011}">
  <a:tblStyle styleId="{DE417CE0-8346-4C9E-A3B4-176B8D8C4011}"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font" Target="fonts/font4.fntdata"/><Relationship Id="rId18" Type="http://schemas.openxmlformats.org/officeDocument/2006/relationships/theme" Target="theme/theme1.xml"/><Relationship Id="rId3" Type="http://schemas.openxmlformats.org/officeDocument/2006/relationships/slide" Target="slides/slide2.xml"/><Relationship Id="rId21" Type="http://schemas.microsoft.com/office/2015/10/relationships/revisionInfo" Target="revisionInfo.xml"/><Relationship Id="rId7" Type="http://schemas.openxmlformats.org/officeDocument/2006/relationships/slide" Target="slides/slide6.xml"/><Relationship Id="rId12" Type="http://schemas.openxmlformats.org/officeDocument/2006/relationships/font" Target="fonts/font3.fntdata"/><Relationship Id="rId17"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presProps" Target="presProps.xml"/><Relationship Id="rId20"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font" Target="fonts/font2.fntdata"/><Relationship Id="rId5" Type="http://schemas.openxmlformats.org/officeDocument/2006/relationships/slide" Target="slides/slide4.xml"/><Relationship Id="rId15" Type="http://schemas.openxmlformats.org/officeDocument/2006/relationships/font" Target="fonts/font6.fntdata"/><Relationship Id="rId10" Type="http://schemas.openxmlformats.org/officeDocument/2006/relationships/font" Target="fonts/font1.fntdata"/><Relationship Id="rId1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notesMaster" Target="notesMasters/notesMaster1.xml"/><Relationship Id="rId14" Type="http://schemas.openxmlformats.org/officeDocument/2006/relationships/font" Target="fonts/font5.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clId="Web-{3C758E05-2531-AAE4-41A7-2780CF07A27E}"/>
    <pc:docChg chg="modSld">
      <pc:chgData name="" userId="" providerId="" clId="Web-{3C758E05-2531-AAE4-41A7-2780CF07A27E}" dt="2026-01-26T16:53:06.555" v="1" actId="20577"/>
      <pc:docMkLst>
        <pc:docMk/>
      </pc:docMkLst>
      <pc:sldChg chg="modSp">
        <pc:chgData name="" userId="" providerId="" clId="Web-{3C758E05-2531-AAE4-41A7-2780CF07A27E}" dt="2026-01-26T16:53:06.555" v="1" actId="20577"/>
        <pc:sldMkLst>
          <pc:docMk/>
          <pc:sldMk cId="0" sldId="256"/>
        </pc:sldMkLst>
        <pc:spChg chg="mod">
          <ac:chgData name="" userId="" providerId="" clId="Web-{3C758E05-2531-AAE4-41A7-2780CF07A27E}" dt="2026-01-26T16:53:06.555" v="1" actId="20577"/>
          <ac:spMkLst>
            <pc:docMk/>
            <pc:sldMk cId="0" sldId="256"/>
            <ac:spMk id="25863" creationId="{00000000-0000-0000-0000-000000000000}"/>
          </ac:spMkLst>
        </pc:spChg>
      </pc:sldChg>
    </pc:docChg>
  </pc:docChgLst>
  <pc:docChgLst>
    <pc:chgData name="Guest User" providerId="Windows Live" clId="Web-{1310152E-6D2F-1FDF-D997-888CBB491955}"/>
    <pc:docChg chg="modSld">
      <pc:chgData name="Guest User" userId="" providerId="Windows Live" clId="Web-{1310152E-6D2F-1FDF-D997-888CBB491955}" dt="2026-01-27T23:18:37.033" v="31"/>
      <pc:docMkLst>
        <pc:docMk/>
      </pc:docMkLst>
      <pc:sldChg chg="modNotes">
        <pc:chgData name="Guest User" userId="" providerId="Windows Live" clId="Web-{1310152E-6D2F-1FDF-D997-888CBB491955}" dt="2026-01-27T23:18:37.033" v="31"/>
        <pc:sldMkLst>
          <pc:docMk/>
          <pc:sldMk cId="526892655" sldId="310"/>
        </pc:sldMkLst>
      </pc:sldChg>
    </pc:docChg>
  </pc:docChgLst>
  <pc:docChgLst>
    <pc:chgData name="Guest User" providerId="Windows Live" clId="Web-{8694CA1C-1CF3-D51A-786B-4BF6536D3505}"/>
    <pc:docChg chg="addSld delSld modSld">
      <pc:chgData name="Guest User" userId="" providerId="Windows Live" clId="Web-{8694CA1C-1CF3-D51A-786B-4BF6536D3505}" dt="2026-01-26T21:27:12.594" v="707" actId="20577"/>
      <pc:docMkLst>
        <pc:docMk/>
      </pc:docMkLst>
      <pc:sldChg chg="del">
        <pc:chgData name="Guest User" userId="" providerId="Windows Live" clId="Web-{8694CA1C-1CF3-D51A-786B-4BF6536D3505}" dt="2026-01-26T20:54:14.587" v="0"/>
        <pc:sldMkLst>
          <pc:docMk/>
          <pc:sldMk cId="0" sldId="261"/>
        </pc:sldMkLst>
      </pc:sldChg>
      <pc:sldChg chg="del">
        <pc:chgData name="Guest User" userId="" providerId="Windows Live" clId="Web-{8694CA1C-1CF3-D51A-786B-4BF6536D3505}" dt="2026-01-26T20:54:19.759" v="1"/>
        <pc:sldMkLst>
          <pc:docMk/>
          <pc:sldMk cId="0" sldId="262"/>
        </pc:sldMkLst>
      </pc:sldChg>
      <pc:sldChg chg="del">
        <pc:chgData name="Guest User" userId="" providerId="Windows Live" clId="Web-{8694CA1C-1CF3-D51A-786B-4BF6536D3505}" dt="2026-01-26T20:54:22.524" v="2"/>
        <pc:sldMkLst>
          <pc:docMk/>
          <pc:sldMk cId="0" sldId="263"/>
        </pc:sldMkLst>
      </pc:sldChg>
      <pc:sldChg chg="del">
        <pc:chgData name="Guest User" userId="" providerId="Windows Live" clId="Web-{8694CA1C-1CF3-D51A-786B-4BF6536D3505}" dt="2026-01-26T20:54:29.197" v="3"/>
        <pc:sldMkLst>
          <pc:docMk/>
          <pc:sldMk cId="0" sldId="264"/>
        </pc:sldMkLst>
      </pc:sldChg>
      <pc:sldChg chg="addSp delSp modSp">
        <pc:chgData name="Guest User" userId="" providerId="Windows Live" clId="Web-{8694CA1C-1CF3-D51A-786B-4BF6536D3505}" dt="2026-01-26T21:24:08.673" v="626" actId="1076"/>
        <pc:sldMkLst>
          <pc:docMk/>
          <pc:sldMk cId="0" sldId="265"/>
        </pc:sldMkLst>
        <pc:spChg chg="mod">
          <ac:chgData name="Guest User" userId="" providerId="Windows Live" clId="Web-{8694CA1C-1CF3-D51A-786B-4BF6536D3505}" dt="2026-01-26T21:00:59.709" v="294" actId="1076"/>
          <ac:spMkLst>
            <pc:docMk/>
            <pc:sldMk cId="0" sldId="265"/>
            <ac:spMk id="3" creationId="{A0D70825-5D2F-D51E-2285-E95A7AFDB041}"/>
          </ac:spMkLst>
        </pc:spChg>
        <pc:spChg chg="del topLvl">
          <ac:chgData name="Guest User" userId="" providerId="Windows Live" clId="Web-{8694CA1C-1CF3-D51A-786B-4BF6536D3505}" dt="2026-01-26T21:03:55.618" v="317"/>
          <ac:spMkLst>
            <pc:docMk/>
            <pc:sldMk cId="0" sldId="265"/>
            <ac:spMk id="17" creationId="{037C777D-A975-7476-005B-9A77BB2B64B6}"/>
          </ac:spMkLst>
        </pc:spChg>
        <pc:spChg chg="del mod topLvl">
          <ac:chgData name="Guest User" userId="" providerId="Windows Live" clId="Web-{8694CA1C-1CF3-D51A-786B-4BF6536D3505}" dt="2026-01-26T21:03:59.415" v="318"/>
          <ac:spMkLst>
            <pc:docMk/>
            <pc:sldMk cId="0" sldId="265"/>
            <ac:spMk id="18" creationId="{30C09A3E-F3E0-2EFE-C672-4511659E80CF}"/>
          </ac:spMkLst>
        </pc:spChg>
        <pc:spChg chg="del mod topLvl">
          <ac:chgData name="Guest User" userId="" providerId="Windows Live" clId="Web-{8694CA1C-1CF3-D51A-786B-4BF6536D3505}" dt="2026-01-26T21:23:47.361" v="623"/>
          <ac:spMkLst>
            <pc:docMk/>
            <pc:sldMk cId="0" sldId="265"/>
            <ac:spMk id="26177" creationId="{00000000-0000-0000-0000-000000000000}"/>
          </ac:spMkLst>
        </pc:spChg>
        <pc:spChg chg="mod">
          <ac:chgData name="Guest User" userId="" providerId="Windows Live" clId="Web-{8694CA1C-1CF3-D51A-786B-4BF6536D3505}" dt="2026-01-26T21:24:02.111" v="625" actId="14100"/>
          <ac:spMkLst>
            <pc:docMk/>
            <pc:sldMk cId="0" sldId="265"/>
            <ac:spMk id="26180" creationId="{00000000-0000-0000-0000-000000000000}"/>
          </ac:spMkLst>
        </pc:spChg>
        <pc:spChg chg="mod">
          <ac:chgData name="Guest User" userId="" providerId="Windows Live" clId="Web-{8694CA1C-1CF3-D51A-786B-4BF6536D3505}" dt="2026-01-26T21:21:59.562" v="598" actId="20577"/>
          <ac:spMkLst>
            <pc:docMk/>
            <pc:sldMk cId="0" sldId="265"/>
            <ac:spMk id="26182" creationId="{00000000-0000-0000-0000-000000000000}"/>
          </ac:spMkLst>
        </pc:spChg>
        <pc:grpChg chg="add mod">
          <ac:chgData name="Guest User" userId="" providerId="Windows Live" clId="Web-{8694CA1C-1CF3-D51A-786B-4BF6536D3505}" dt="2026-01-26T21:24:08.673" v="626" actId="1076"/>
          <ac:grpSpMkLst>
            <pc:docMk/>
            <pc:sldMk cId="0" sldId="265"/>
            <ac:grpSpMk id="9" creationId="{0136018A-16F2-061B-59D6-DC875309AF48}"/>
          </ac:grpSpMkLst>
        </pc:grpChg>
        <pc:grpChg chg="add del mod">
          <ac:chgData name="Guest User" userId="" providerId="Windows Live" clId="Web-{8694CA1C-1CF3-D51A-786B-4BF6536D3505}" dt="2026-01-26T21:03:55.618" v="317"/>
          <ac:grpSpMkLst>
            <pc:docMk/>
            <pc:sldMk cId="0" sldId="265"/>
            <ac:grpSpMk id="19" creationId="{F2A9222C-E433-C7FF-8DFB-A971B307C69F}"/>
          </ac:grpSpMkLst>
        </pc:grpChg>
        <pc:grpChg chg="del mod">
          <ac:chgData name="Guest User" userId="" providerId="Windows Live" clId="Web-{8694CA1C-1CF3-D51A-786B-4BF6536D3505}" dt="2026-01-26T21:23:47.361" v="623"/>
          <ac:grpSpMkLst>
            <pc:docMk/>
            <pc:sldMk cId="0" sldId="265"/>
            <ac:grpSpMk id="26176" creationId="{00000000-0000-0000-0000-000000000000}"/>
          </ac:grpSpMkLst>
        </pc:grpChg>
        <pc:grpChg chg="topLvl">
          <ac:chgData name="Guest User" userId="" providerId="Windows Live" clId="Web-{8694CA1C-1CF3-D51A-786B-4BF6536D3505}" dt="2026-01-26T21:23:47.361" v="623"/>
          <ac:grpSpMkLst>
            <pc:docMk/>
            <pc:sldMk cId="0" sldId="265"/>
            <ac:grpSpMk id="26178" creationId="{00000000-0000-0000-0000-000000000000}"/>
          </ac:grpSpMkLst>
        </pc:grpChg>
        <pc:cxnChg chg="add del mod">
          <ac:chgData name="Guest User" userId="" providerId="Windows Live" clId="Web-{8694CA1C-1CF3-D51A-786B-4BF6536D3505}" dt="2026-01-26T21:21:14.890" v="582"/>
          <ac:cxnSpMkLst>
            <pc:docMk/>
            <pc:sldMk cId="0" sldId="265"/>
            <ac:cxnSpMk id="11" creationId="{B2D5EAAE-27CD-6BB0-7F2C-3E6E5462FE4D}"/>
          </ac:cxnSpMkLst>
        </pc:cxnChg>
        <pc:cxnChg chg="add del mod">
          <ac:chgData name="Guest User" userId="" providerId="Windows Live" clId="Web-{8694CA1C-1CF3-D51A-786B-4BF6536D3505}" dt="2026-01-26T21:02:41.054" v="305"/>
          <ac:cxnSpMkLst>
            <pc:docMk/>
            <pc:sldMk cId="0" sldId="265"/>
            <ac:cxnSpMk id="13" creationId="{D9406E18-DEC1-7655-FAB9-D217C2ECC44E}"/>
          </ac:cxnSpMkLst>
        </pc:cxnChg>
        <pc:cxnChg chg="add del">
          <ac:chgData name="Guest User" userId="" providerId="Windows Live" clId="Web-{8694CA1C-1CF3-D51A-786B-4BF6536D3505}" dt="2026-01-26T21:04:04.243" v="319"/>
          <ac:cxnSpMkLst>
            <pc:docMk/>
            <pc:sldMk cId="0" sldId="265"/>
            <ac:cxnSpMk id="15" creationId="{1A8EB14F-CDA1-5BFC-92F8-2CEC1E0DCCB3}"/>
          </ac:cxnSpMkLst>
        </pc:cxnChg>
      </pc:sldChg>
      <pc:sldChg chg="del">
        <pc:chgData name="Guest User" userId="" providerId="Windows Live" clId="Web-{8694CA1C-1CF3-D51A-786B-4BF6536D3505}" dt="2026-01-26T21:20:36.889" v="575"/>
        <pc:sldMkLst>
          <pc:docMk/>
          <pc:sldMk cId="0" sldId="266"/>
        </pc:sldMkLst>
      </pc:sldChg>
      <pc:sldChg chg="del">
        <pc:chgData name="Guest User" userId="" providerId="Windows Live" clId="Web-{8694CA1C-1CF3-D51A-786B-4BF6536D3505}" dt="2026-01-26T20:54:33.869" v="4"/>
        <pc:sldMkLst>
          <pc:docMk/>
          <pc:sldMk cId="0" sldId="267"/>
        </pc:sldMkLst>
      </pc:sldChg>
      <pc:sldChg chg="addSp modSp del mod modClrScheme chgLayout">
        <pc:chgData name="Guest User" userId="" providerId="Windows Live" clId="Web-{8694CA1C-1CF3-D51A-786B-4BF6536D3505}" dt="2026-01-26T21:20:39.967" v="576"/>
        <pc:sldMkLst>
          <pc:docMk/>
          <pc:sldMk cId="0" sldId="268"/>
        </pc:sldMkLst>
        <pc:spChg chg="add mod ord">
          <ac:chgData name="Guest User" userId="" providerId="Windows Live" clId="Web-{8694CA1C-1CF3-D51A-786B-4BF6536D3505}" dt="2026-01-26T21:12:01.251" v="378" actId="20577"/>
          <ac:spMkLst>
            <pc:docMk/>
            <pc:sldMk cId="0" sldId="268"/>
            <ac:spMk id="2" creationId="{BE0F5F91-33B9-D78F-9D8C-A767E0FBD988}"/>
          </ac:spMkLst>
        </pc:spChg>
        <pc:spChg chg="mod ord">
          <ac:chgData name="Guest User" userId="" providerId="Windows Live" clId="Web-{8694CA1C-1CF3-D51A-786B-4BF6536D3505}" dt="2026-01-26T21:11:18.577" v="368" actId="1076"/>
          <ac:spMkLst>
            <pc:docMk/>
            <pc:sldMk cId="0" sldId="268"/>
            <ac:spMk id="26275" creationId="{00000000-0000-0000-0000-000000000000}"/>
          </ac:spMkLst>
        </pc:spChg>
      </pc:sldChg>
      <pc:sldChg chg="del">
        <pc:chgData name="Guest User" userId="" providerId="Windows Live" clId="Web-{8694CA1C-1CF3-D51A-786B-4BF6536D3505}" dt="2026-01-26T21:20:45.999" v="577"/>
        <pc:sldMkLst>
          <pc:docMk/>
          <pc:sldMk cId="0" sldId="270"/>
        </pc:sldMkLst>
      </pc:sldChg>
      <pc:sldChg chg="del">
        <pc:chgData name="Guest User" userId="" providerId="Windows Live" clId="Web-{8694CA1C-1CF3-D51A-786B-4BF6536D3505}" dt="2026-01-26T21:20:50.108" v="578"/>
        <pc:sldMkLst>
          <pc:docMk/>
          <pc:sldMk cId="0" sldId="271"/>
        </pc:sldMkLst>
      </pc:sldChg>
      <pc:sldChg chg="del">
        <pc:chgData name="Guest User" userId="" providerId="Windows Live" clId="Web-{8694CA1C-1CF3-D51A-786B-4BF6536D3505}" dt="2026-01-26T21:20:57.749" v="579"/>
        <pc:sldMkLst>
          <pc:docMk/>
          <pc:sldMk cId="0" sldId="272"/>
        </pc:sldMkLst>
      </pc:sldChg>
      <pc:sldChg chg="del">
        <pc:chgData name="Guest User" userId="" providerId="Windows Live" clId="Web-{8694CA1C-1CF3-D51A-786B-4BF6536D3505}" dt="2026-01-26T21:20:59.140" v="580"/>
        <pc:sldMkLst>
          <pc:docMk/>
          <pc:sldMk cId="0" sldId="273"/>
        </pc:sldMkLst>
      </pc:sldChg>
      <pc:sldChg chg="del">
        <pc:chgData name="Guest User" userId="" providerId="Windows Live" clId="Web-{8694CA1C-1CF3-D51A-786B-4BF6536D3505}" dt="2026-01-26T21:24:19.205" v="627"/>
        <pc:sldMkLst>
          <pc:docMk/>
          <pc:sldMk cId="0" sldId="274"/>
        </pc:sldMkLst>
      </pc:sldChg>
      <pc:sldChg chg="del">
        <pc:chgData name="Guest User" userId="" providerId="Windows Live" clId="Web-{8694CA1C-1CF3-D51A-786B-4BF6536D3505}" dt="2026-01-26T21:24:22.002" v="628"/>
        <pc:sldMkLst>
          <pc:docMk/>
          <pc:sldMk cId="0" sldId="275"/>
        </pc:sldMkLst>
      </pc:sldChg>
      <pc:sldChg chg="del">
        <pc:chgData name="Guest User" userId="" providerId="Windows Live" clId="Web-{8694CA1C-1CF3-D51A-786B-4BF6536D3505}" dt="2026-01-26T21:24:27.050" v="629"/>
        <pc:sldMkLst>
          <pc:docMk/>
          <pc:sldMk cId="0" sldId="276"/>
        </pc:sldMkLst>
      </pc:sldChg>
      <pc:sldChg chg="del">
        <pc:chgData name="Guest User" userId="" providerId="Windows Live" clId="Web-{8694CA1C-1CF3-D51A-786B-4BF6536D3505}" dt="2026-01-26T21:24:32.316" v="630"/>
        <pc:sldMkLst>
          <pc:docMk/>
          <pc:sldMk cId="0" sldId="277"/>
        </pc:sldMkLst>
      </pc:sldChg>
      <pc:sldChg chg="add del">
        <pc:chgData name="Guest User" userId="" providerId="Windows Live" clId="Web-{8694CA1C-1CF3-D51A-786B-4BF6536D3505}" dt="2026-01-26T21:26:01.511" v="682"/>
        <pc:sldMkLst>
          <pc:docMk/>
          <pc:sldMk cId="0" sldId="279"/>
        </pc:sldMkLst>
      </pc:sldChg>
      <pc:sldChg chg="add del">
        <pc:chgData name="Guest User" userId="" providerId="Windows Live" clId="Web-{8694CA1C-1CF3-D51A-786B-4BF6536D3505}" dt="2026-01-26T21:25:34.587" v="643"/>
        <pc:sldMkLst>
          <pc:docMk/>
          <pc:sldMk cId="0" sldId="281"/>
        </pc:sldMkLst>
      </pc:sldChg>
      <pc:sldChg chg="modSp add del">
        <pc:chgData name="Guest User" userId="" providerId="Windows Live" clId="Web-{8694CA1C-1CF3-D51A-786B-4BF6536D3505}" dt="2026-01-26T21:26:35.342" v="701" actId="20577"/>
        <pc:sldMkLst>
          <pc:docMk/>
          <pc:sldMk cId="0" sldId="282"/>
        </pc:sldMkLst>
        <pc:spChg chg="mod">
          <ac:chgData name="Guest User" userId="" providerId="Windows Live" clId="Web-{8694CA1C-1CF3-D51A-786B-4BF6536D3505}" dt="2026-01-26T21:26:35.342" v="701" actId="20577"/>
          <ac:spMkLst>
            <pc:docMk/>
            <pc:sldMk cId="0" sldId="282"/>
            <ac:spMk id="26783" creationId="{00000000-0000-0000-0000-000000000000}"/>
          </ac:spMkLst>
        </pc:spChg>
      </pc:sldChg>
      <pc:sldChg chg="add del">
        <pc:chgData name="Guest User" userId="" providerId="Windows Live" clId="Web-{8694CA1C-1CF3-D51A-786B-4BF6536D3505}" dt="2026-01-26T21:26:40.249" v="702"/>
        <pc:sldMkLst>
          <pc:docMk/>
          <pc:sldMk cId="0" sldId="283"/>
        </pc:sldMkLst>
      </pc:sldChg>
      <pc:sldChg chg="add del">
        <pc:chgData name="Guest User" userId="" providerId="Windows Live" clId="Web-{8694CA1C-1CF3-D51A-786B-4BF6536D3505}" dt="2026-01-26T21:26:42.749" v="703"/>
        <pc:sldMkLst>
          <pc:docMk/>
          <pc:sldMk cId="0" sldId="285"/>
        </pc:sldMkLst>
      </pc:sldChg>
      <pc:sldChg chg="add del">
        <pc:chgData name="Guest User" userId="" providerId="Windows Live" clId="Web-{8694CA1C-1CF3-D51A-786B-4BF6536D3505}" dt="2026-01-26T21:26:45.515" v="704"/>
        <pc:sldMkLst>
          <pc:docMk/>
          <pc:sldMk cId="0" sldId="286"/>
        </pc:sldMkLst>
      </pc:sldChg>
      <pc:sldChg chg="add del">
        <pc:chgData name="Guest User" userId="" providerId="Windows Live" clId="Web-{8694CA1C-1CF3-D51A-786B-4BF6536D3505}" dt="2026-01-26T21:26:48.140" v="705"/>
        <pc:sldMkLst>
          <pc:docMk/>
          <pc:sldMk cId="0" sldId="287"/>
        </pc:sldMkLst>
      </pc:sldChg>
      <pc:sldChg chg="add del">
        <pc:chgData name="Guest User" userId="" providerId="Windows Live" clId="Web-{8694CA1C-1CF3-D51A-786B-4BF6536D3505}" dt="2026-01-26T21:26:06.137" v="683"/>
        <pc:sldMkLst>
          <pc:docMk/>
          <pc:sldMk cId="0" sldId="288"/>
        </pc:sldMkLst>
      </pc:sldChg>
      <pc:sldChg chg="del">
        <pc:chgData name="Guest User" userId="" providerId="Windows Live" clId="Web-{8694CA1C-1CF3-D51A-786B-4BF6536D3505}" dt="2026-01-26T21:24:43.348" v="632"/>
        <pc:sldMkLst>
          <pc:docMk/>
          <pc:sldMk cId="0" sldId="289"/>
        </pc:sldMkLst>
      </pc:sldChg>
      <pc:sldChg chg="modSp del">
        <pc:chgData name="Guest User" userId="" providerId="Windows Live" clId="Web-{8694CA1C-1CF3-D51A-786B-4BF6536D3505}" dt="2026-01-26T21:24:41.051" v="631"/>
        <pc:sldMkLst>
          <pc:docMk/>
          <pc:sldMk cId="0" sldId="292"/>
        </pc:sldMkLst>
        <pc:grpChg chg="mod">
          <ac:chgData name="Guest User" userId="" providerId="Windows Live" clId="Web-{8694CA1C-1CF3-D51A-786B-4BF6536D3505}" dt="2026-01-26T21:02:08.866" v="300" actId="1076"/>
          <ac:grpSpMkLst>
            <pc:docMk/>
            <pc:sldMk cId="0" sldId="292"/>
            <ac:grpSpMk id="27821" creationId="{00000000-0000-0000-0000-000000000000}"/>
          </ac:grpSpMkLst>
        </pc:grpChg>
      </pc:sldChg>
      <pc:sldChg chg="modSp add del mod replId modClrScheme chgLayout">
        <pc:chgData name="Guest User" userId="" providerId="Windows Live" clId="Web-{8694CA1C-1CF3-D51A-786B-4BF6536D3505}" dt="2026-01-26T21:26:09.590" v="684"/>
        <pc:sldMkLst>
          <pc:docMk/>
          <pc:sldMk cId="4236304497" sldId="309"/>
        </pc:sldMkLst>
        <pc:spChg chg="mod ord">
          <ac:chgData name="Guest User" userId="" providerId="Windows Live" clId="Web-{8694CA1C-1CF3-D51A-786B-4BF6536D3505}" dt="2026-01-26T21:14:45.007" v="425"/>
          <ac:spMkLst>
            <pc:docMk/>
            <pc:sldMk cId="4236304497" sldId="309"/>
            <ac:spMk id="26939" creationId="{C61AFC7F-470E-1CBB-8AC7-08CEB80C7B7D}"/>
          </ac:spMkLst>
        </pc:spChg>
        <pc:spChg chg="mod ord">
          <ac:chgData name="Guest User" userId="" providerId="Windows Live" clId="Web-{8694CA1C-1CF3-D51A-786B-4BF6536D3505}" dt="2026-01-26T21:14:45.007" v="425"/>
          <ac:spMkLst>
            <pc:docMk/>
            <pc:sldMk cId="4236304497" sldId="309"/>
            <ac:spMk id="26941" creationId="{A589A79F-8922-6525-7089-0BA519C43B8D}"/>
          </ac:spMkLst>
        </pc:spChg>
        <pc:spChg chg="mod ord">
          <ac:chgData name="Guest User" userId="" providerId="Windows Live" clId="Web-{8694CA1C-1CF3-D51A-786B-4BF6536D3505}" dt="2026-01-26T21:14:45.007" v="425"/>
          <ac:spMkLst>
            <pc:docMk/>
            <pc:sldMk cId="4236304497" sldId="309"/>
            <ac:spMk id="26942" creationId="{C9AC2FC4-820F-4840-81B3-5A06FA48DEDE}"/>
          </ac:spMkLst>
        </pc:spChg>
        <pc:spChg chg="mod ord">
          <ac:chgData name="Guest User" userId="" providerId="Windows Live" clId="Web-{8694CA1C-1CF3-D51A-786B-4BF6536D3505}" dt="2026-01-26T21:14:45.007" v="425"/>
          <ac:spMkLst>
            <pc:docMk/>
            <pc:sldMk cId="4236304497" sldId="309"/>
            <ac:spMk id="26943" creationId="{88270820-AA24-63D7-B59B-8DBCB7BB163E}"/>
          </ac:spMkLst>
        </pc:spChg>
        <pc:spChg chg="mod ord">
          <ac:chgData name="Guest User" userId="" providerId="Windows Live" clId="Web-{8694CA1C-1CF3-D51A-786B-4BF6536D3505}" dt="2026-01-26T21:14:45.007" v="425"/>
          <ac:spMkLst>
            <pc:docMk/>
            <pc:sldMk cId="4236304497" sldId="309"/>
            <ac:spMk id="26944" creationId="{423896C4-06CA-C3A0-A2DB-CF7AC3803944}"/>
          </ac:spMkLst>
        </pc:spChg>
        <pc:spChg chg="mod ord">
          <ac:chgData name="Guest User" userId="" providerId="Windows Live" clId="Web-{8694CA1C-1CF3-D51A-786B-4BF6536D3505}" dt="2026-01-26T21:14:45.007" v="425"/>
          <ac:spMkLst>
            <pc:docMk/>
            <pc:sldMk cId="4236304497" sldId="309"/>
            <ac:spMk id="26945" creationId="{4F436F43-E49B-68EA-AE7B-71543893E4B1}"/>
          </ac:spMkLst>
        </pc:spChg>
        <pc:spChg chg="mod ord">
          <ac:chgData name="Guest User" userId="" providerId="Windows Live" clId="Web-{8694CA1C-1CF3-D51A-786B-4BF6536D3505}" dt="2026-01-26T21:14:45.007" v="425"/>
          <ac:spMkLst>
            <pc:docMk/>
            <pc:sldMk cId="4236304497" sldId="309"/>
            <ac:spMk id="26946" creationId="{E19D0D64-22FE-D24A-788C-192374EF7CD7}"/>
          </ac:spMkLst>
        </pc:spChg>
        <pc:graphicFrameChg chg="mod modGraphic">
          <ac:chgData name="Guest User" userId="" providerId="Windows Live" clId="Web-{8694CA1C-1CF3-D51A-786B-4BF6536D3505}" dt="2026-01-26T21:25:56.339" v="680"/>
          <ac:graphicFrameMkLst>
            <pc:docMk/>
            <pc:sldMk cId="4236304497" sldId="309"/>
            <ac:graphicFrameMk id="26940" creationId="{B960C064-1B14-1019-0985-239BEF74CAD5}"/>
          </ac:graphicFrameMkLst>
        </pc:graphicFrameChg>
      </pc:sldChg>
      <pc:sldChg chg="addSp delSp modSp new">
        <pc:chgData name="Guest User" userId="" providerId="Windows Live" clId="Web-{8694CA1C-1CF3-D51A-786B-4BF6536D3505}" dt="2026-01-26T21:27:12.594" v="707" actId="20577"/>
        <pc:sldMkLst>
          <pc:docMk/>
          <pc:sldMk cId="526892655" sldId="310"/>
        </pc:sldMkLst>
        <pc:spChg chg="mod">
          <ac:chgData name="Guest User" userId="" providerId="Windows Live" clId="Web-{8694CA1C-1CF3-D51A-786B-4BF6536D3505}" dt="2026-01-26T21:22:03.390" v="599" actId="1076"/>
          <ac:spMkLst>
            <pc:docMk/>
            <pc:sldMk cId="526892655" sldId="310"/>
            <ac:spMk id="2" creationId="{87FC5D62-8C06-C990-B5D2-A35A498790BE}"/>
          </ac:spMkLst>
        </pc:spChg>
        <pc:spChg chg="add del mod">
          <ac:chgData name="Guest User" userId="" providerId="Windows Live" clId="Web-{8694CA1C-1CF3-D51A-786B-4BF6536D3505}" dt="2026-01-26T21:27:12.594" v="707" actId="20577"/>
          <ac:spMkLst>
            <pc:docMk/>
            <pc:sldMk cId="526892655" sldId="310"/>
            <ac:spMk id="3" creationId="{F6F6C288-DE67-94C0-C4E9-271F02B5AE52}"/>
          </ac:spMkLst>
        </pc:spChg>
        <pc:spChg chg="add del mod">
          <ac:chgData name="Guest User" userId="" providerId="Windows Live" clId="Web-{8694CA1C-1CF3-D51A-786B-4BF6536D3505}" dt="2026-01-26T21:18:00.746" v="460"/>
          <ac:spMkLst>
            <pc:docMk/>
            <pc:sldMk cId="526892655" sldId="310"/>
            <ac:spMk id="5" creationId="{2B1845DB-7124-C866-FD3A-0D5573725E00}"/>
          </ac:spMkLst>
        </pc:spChg>
      </pc:sldChg>
    </pc:docChg>
  </pc:docChgLst>
  <pc:docChgLst>
    <pc:chgData name="Soumaya Tmane" userId="90be14548931a45b" providerId="LiveId" clId="{A291DC31-3766-4F41-A407-594EEC1F3FB5}"/>
    <pc:docChg chg="undo custSel addSld delSld modSld">
      <pc:chgData name="Soumaya Tmane" userId="90be14548931a45b" providerId="LiveId" clId="{A291DC31-3766-4F41-A407-594EEC1F3FB5}" dt="2026-01-27T02:45:38.984" v="182" actId="20577"/>
      <pc:docMkLst>
        <pc:docMk/>
      </pc:docMkLst>
      <pc:sldChg chg="modSp mod">
        <pc:chgData name="Soumaya Tmane" userId="90be14548931a45b" providerId="LiveId" clId="{A291DC31-3766-4F41-A407-594EEC1F3FB5}" dt="2026-01-26T18:14:37.278" v="69" actId="1037"/>
        <pc:sldMkLst>
          <pc:docMk/>
          <pc:sldMk cId="0" sldId="256"/>
        </pc:sldMkLst>
        <pc:spChg chg="mod">
          <ac:chgData name="Soumaya Tmane" userId="90be14548931a45b" providerId="LiveId" clId="{A291DC31-3766-4F41-A407-594EEC1F3FB5}" dt="2026-01-26T18:14:33.081" v="41" actId="14100"/>
          <ac:spMkLst>
            <pc:docMk/>
            <pc:sldMk cId="0" sldId="256"/>
            <ac:spMk id="25862" creationId="{00000000-0000-0000-0000-000000000000}"/>
          </ac:spMkLst>
        </pc:spChg>
        <pc:spChg chg="mod">
          <ac:chgData name="Soumaya Tmane" userId="90be14548931a45b" providerId="LiveId" clId="{A291DC31-3766-4F41-A407-594EEC1F3FB5}" dt="2026-01-26T18:14:37.278" v="69" actId="1037"/>
          <ac:spMkLst>
            <pc:docMk/>
            <pc:sldMk cId="0" sldId="256"/>
            <ac:spMk id="25863" creationId="{00000000-0000-0000-0000-000000000000}"/>
          </ac:spMkLst>
        </pc:spChg>
      </pc:sldChg>
      <pc:sldChg chg="del">
        <pc:chgData name="Soumaya Tmane" userId="90be14548931a45b" providerId="LiveId" clId="{A291DC31-3766-4F41-A407-594EEC1F3FB5}" dt="2026-01-26T18:14:41.263" v="70" actId="47"/>
        <pc:sldMkLst>
          <pc:docMk/>
          <pc:sldMk cId="0" sldId="257"/>
        </pc:sldMkLst>
      </pc:sldChg>
      <pc:sldChg chg="del">
        <pc:chgData name="Soumaya Tmane" userId="90be14548931a45b" providerId="LiveId" clId="{A291DC31-3766-4F41-A407-594EEC1F3FB5}" dt="2026-01-26T18:20:48.880" v="137" actId="47"/>
        <pc:sldMkLst>
          <pc:docMk/>
          <pc:sldMk cId="0" sldId="258"/>
        </pc:sldMkLst>
      </pc:sldChg>
      <pc:sldChg chg="modSp mod">
        <pc:chgData name="Soumaya Tmane" userId="90be14548931a45b" providerId="LiveId" clId="{A291DC31-3766-4F41-A407-594EEC1F3FB5}" dt="2026-01-26T18:17:10.771" v="90" actId="20577"/>
        <pc:sldMkLst>
          <pc:docMk/>
          <pc:sldMk cId="0" sldId="259"/>
        </pc:sldMkLst>
        <pc:spChg chg="mod">
          <ac:chgData name="Soumaya Tmane" userId="90be14548931a45b" providerId="LiveId" clId="{A291DC31-3766-4F41-A407-594EEC1F3FB5}" dt="2026-01-26T18:16:21.389" v="77" actId="14100"/>
          <ac:spMkLst>
            <pc:docMk/>
            <pc:sldMk cId="0" sldId="259"/>
            <ac:spMk id="25950" creationId="{00000000-0000-0000-0000-000000000000}"/>
          </ac:spMkLst>
        </pc:spChg>
        <pc:spChg chg="mod">
          <ac:chgData name="Soumaya Tmane" userId="90be14548931a45b" providerId="LiveId" clId="{A291DC31-3766-4F41-A407-594EEC1F3FB5}" dt="2026-01-26T18:17:10.771" v="90" actId="20577"/>
          <ac:spMkLst>
            <pc:docMk/>
            <pc:sldMk cId="0" sldId="259"/>
            <ac:spMk id="25951" creationId="{00000000-0000-0000-0000-000000000000}"/>
          </ac:spMkLst>
        </pc:spChg>
      </pc:sldChg>
      <pc:sldChg chg="modSp del mod">
        <pc:chgData name="Soumaya Tmane" userId="90be14548931a45b" providerId="LiveId" clId="{A291DC31-3766-4F41-A407-594EEC1F3FB5}" dt="2026-01-26T18:19:16.912" v="121" actId="47"/>
        <pc:sldMkLst>
          <pc:docMk/>
          <pc:sldMk cId="0" sldId="260"/>
        </pc:sldMkLst>
        <pc:spChg chg="mod">
          <ac:chgData name="Soumaya Tmane" userId="90be14548931a45b" providerId="LiveId" clId="{A291DC31-3766-4F41-A407-594EEC1F3FB5}" dt="2026-01-26T18:18:22.728" v="119" actId="14100"/>
          <ac:spMkLst>
            <pc:docMk/>
            <pc:sldMk cId="0" sldId="260"/>
            <ac:spMk id="26033" creationId="{00000000-0000-0000-0000-000000000000}"/>
          </ac:spMkLst>
        </pc:spChg>
        <pc:spChg chg="mod">
          <ac:chgData name="Soumaya Tmane" userId="90be14548931a45b" providerId="LiveId" clId="{A291DC31-3766-4F41-A407-594EEC1F3FB5}" dt="2026-01-26T18:18:10.330" v="116" actId="20577"/>
          <ac:spMkLst>
            <pc:docMk/>
            <pc:sldMk cId="0" sldId="260"/>
            <ac:spMk id="26034" creationId="{00000000-0000-0000-0000-000000000000}"/>
          </ac:spMkLst>
        </pc:spChg>
        <pc:spChg chg="mod">
          <ac:chgData name="Soumaya Tmane" userId="90be14548931a45b" providerId="LiveId" clId="{A291DC31-3766-4F41-A407-594EEC1F3FB5}" dt="2026-01-26T18:17:53.538" v="94" actId="20577"/>
          <ac:spMkLst>
            <pc:docMk/>
            <pc:sldMk cId="0" sldId="260"/>
            <ac:spMk id="26045" creationId="{00000000-0000-0000-0000-000000000000}"/>
          </ac:spMkLst>
        </pc:spChg>
        <pc:spChg chg="mod">
          <ac:chgData name="Soumaya Tmane" userId="90be14548931a45b" providerId="LiveId" clId="{A291DC31-3766-4F41-A407-594EEC1F3FB5}" dt="2026-01-26T18:17:59.778" v="99" actId="20577"/>
          <ac:spMkLst>
            <pc:docMk/>
            <pc:sldMk cId="0" sldId="260"/>
            <ac:spMk id="26046" creationId="{00000000-0000-0000-0000-000000000000}"/>
          </ac:spMkLst>
        </pc:spChg>
      </pc:sldChg>
      <pc:sldChg chg="modSp mod">
        <pc:chgData name="Soumaya Tmane" userId="90be14548931a45b" providerId="LiveId" clId="{A291DC31-3766-4F41-A407-594EEC1F3FB5}" dt="2026-01-27T02:45:38.984" v="182" actId="20577"/>
        <pc:sldMkLst>
          <pc:docMk/>
          <pc:sldMk cId="0" sldId="265"/>
        </pc:sldMkLst>
        <pc:spChg chg="mod">
          <ac:chgData name="Soumaya Tmane" userId="90be14548931a45b" providerId="LiveId" clId="{A291DC31-3766-4F41-A407-594EEC1F3FB5}" dt="2026-01-27T02:45:38.984" v="182" actId="20577"/>
          <ac:spMkLst>
            <pc:docMk/>
            <pc:sldMk cId="0" sldId="265"/>
            <ac:spMk id="26182" creationId="{00000000-0000-0000-0000-000000000000}"/>
          </ac:spMkLst>
        </pc:spChg>
      </pc:sldChg>
      <pc:sldChg chg="modSp add mod">
        <pc:chgData name="Soumaya Tmane" userId="90be14548931a45b" providerId="LiveId" clId="{A291DC31-3766-4F41-A407-594EEC1F3FB5}" dt="2026-01-26T18:20:43.444" v="136" actId="20577"/>
        <pc:sldMkLst>
          <pc:docMk/>
          <pc:sldMk cId="3173794777" sldId="308"/>
        </pc:sldMkLst>
        <pc:spChg chg="mod">
          <ac:chgData name="Soumaya Tmane" userId="90be14548931a45b" providerId="LiveId" clId="{A291DC31-3766-4F41-A407-594EEC1F3FB5}" dt="2026-01-26T18:19:45.720" v="128" actId="20577"/>
          <ac:spMkLst>
            <pc:docMk/>
            <pc:sldMk cId="3173794777" sldId="308"/>
            <ac:spMk id="25950" creationId="{56E73129-4637-6604-C135-78EC803889C9}"/>
          </ac:spMkLst>
        </pc:spChg>
        <pc:spChg chg="mod">
          <ac:chgData name="Soumaya Tmane" userId="90be14548931a45b" providerId="LiveId" clId="{A291DC31-3766-4F41-A407-594EEC1F3FB5}" dt="2026-01-26T18:20:43.444" v="136" actId="20577"/>
          <ac:spMkLst>
            <pc:docMk/>
            <pc:sldMk cId="3173794777" sldId="308"/>
            <ac:spMk id="25951" creationId="{773D9274-26B8-EAAC-3A56-9EE784A50BEE}"/>
          </ac:spMkLst>
        </pc:spChg>
      </pc:sldChg>
      <pc:sldMasterChg chg="delSldLayout">
        <pc:chgData name="Soumaya Tmane" userId="90be14548931a45b" providerId="LiveId" clId="{A291DC31-3766-4F41-A407-594EEC1F3FB5}" dt="2026-01-26T18:20:48.880" v="137" actId="47"/>
        <pc:sldMasterMkLst>
          <pc:docMk/>
          <pc:sldMasterMk cId="0" sldId="2147483684"/>
        </pc:sldMasterMkLst>
        <pc:sldLayoutChg chg="del">
          <pc:chgData name="Soumaya Tmane" userId="90be14548931a45b" providerId="LiveId" clId="{A291DC31-3766-4F41-A407-594EEC1F3FB5}" dt="2026-01-26T18:19:16.912" v="121" actId="47"/>
          <pc:sldLayoutMkLst>
            <pc:docMk/>
            <pc:sldMasterMk cId="0" sldId="2147483684"/>
            <pc:sldLayoutMk cId="0" sldId="2147483649"/>
          </pc:sldLayoutMkLst>
        </pc:sldLayoutChg>
        <pc:sldLayoutChg chg="del">
          <pc:chgData name="Soumaya Tmane" userId="90be14548931a45b" providerId="LiveId" clId="{A291DC31-3766-4F41-A407-594EEC1F3FB5}" dt="2026-01-26T18:14:41.263" v="70" actId="47"/>
          <pc:sldLayoutMkLst>
            <pc:docMk/>
            <pc:sldMasterMk cId="0" sldId="2147483684"/>
            <pc:sldLayoutMk cId="0" sldId="2147483650"/>
          </pc:sldLayoutMkLst>
        </pc:sldLayoutChg>
        <pc:sldLayoutChg chg="del">
          <pc:chgData name="Soumaya Tmane" userId="90be14548931a45b" providerId="LiveId" clId="{A291DC31-3766-4F41-A407-594EEC1F3FB5}" dt="2026-01-26T18:20:48.880" v="137" actId="47"/>
          <pc:sldLayoutMkLst>
            <pc:docMk/>
            <pc:sldMasterMk cId="0" sldId="2147483684"/>
            <pc:sldLayoutMk cId="0" sldId="2147483659"/>
          </pc:sldLayoutMkLst>
        </pc:sldLayoutChg>
      </pc:sldMasterChg>
    </pc:docChg>
  </pc:docChgLst>
  <pc:docChgLst>
    <pc:chgData name="Guest User" providerId="Windows Live" clId="Web-{90EFE418-F258-5F18-A696-4DF0DFD957B2}"/>
    <pc:docChg chg="modSld">
      <pc:chgData name="Guest User" userId="" providerId="Windows Live" clId="Web-{90EFE418-F258-5F18-A696-4DF0DFD957B2}" dt="2026-01-27T01:41:37.246" v="2208"/>
      <pc:docMkLst>
        <pc:docMk/>
      </pc:docMkLst>
      <pc:sldChg chg="modSp modNotes">
        <pc:chgData name="Guest User" userId="" providerId="Windows Live" clId="Web-{90EFE418-F258-5F18-A696-4DF0DFD957B2}" dt="2026-01-27T01:41:37.246" v="2208"/>
        <pc:sldMkLst>
          <pc:docMk/>
          <pc:sldMk cId="0" sldId="265"/>
        </pc:sldMkLst>
        <pc:spChg chg="mod">
          <ac:chgData name="Guest User" userId="" providerId="Windows Live" clId="Web-{90EFE418-F258-5F18-A696-4DF0DFD957B2}" dt="2026-01-27T00:55:13.823" v="715" actId="1076"/>
          <ac:spMkLst>
            <pc:docMk/>
            <pc:sldMk cId="0" sldId="265"/>
            <ac:spMk id="26182" creationId="{00000000-0000-0000-0000-000000000000}"/>
          </ac:spMkLst>
        </pc:spChg>
        <pc:spChg chg="mod">
          <ac:chgData name="Guest User" userId="" providerId="Windows Live" clId="Web-{90EFE418-F258-5F18-A696-4DF0DFD957B2}" dt="2026-01-26T20:22:02.708" v="44" actId="20577"/>
          <ac:spMkLst>
            <pc:docMk/>
            <pc:sldMk cId="0" sldId="265"/>
            <ac:spMk id="26183" creationId="{00000000-0000-0000-0000-000000000000}"/>
          </ac:spMkLst>
        </pc:spChg>
      </pc:sldChg>
      <pc:sldChg chg="modSp modNotes">
        <pc:chgData name="Guest User" userId="" providerId="Windows Live" clId="Web-{90EFE418-F258-5F18-A696-4DF0DFD957B2}" dt="2026-01-27T01:36:51.115" v="1680"/>
        <pc:sldMkLst>
          <pc:docMk/>
          <pc:sldMk cId="526892655" sldId="310"/>
        </pc:sldMkLst>
        <pc:spChg chg="mod">
          <ac:chgData name="Guest User" userId="" providerId="Windows Live" clId="Web-{90EFE418-F258-5F18-A696-4DF0DFD957B2}" dt="2026-01-27T01:13:22.960" v="1458" actId="14100"/>
          <ac:spMkLst>
            <pc:docMk/>
            <pc:sldMk cId="526892655" sldId="310"/>
            <ac:spMk id="2" creationId="{87FC5D62-8C06-C990-B5D2-A35A498790BE}"/>
          </ac:spMkLst>
        </pc:spChg>
        <pc:spChg chg="mod">
          <ac:chgData name="Guest User" userId="" providerId="Windows Live" clId="Web-{90EFE418-F258-5F18-A696-4DF0DFD957B2}" dt="2026-01-27T01:30:27.412" v="1571" actId="20577"/>
          <ac:spMkLst>
            <pc:docMk/>
            <pc:sldMk cId="526892655" sldId="310"/>
            <ac:spMk id="3" creationId="{F6F6C288-DE67-94C0-C4E9-271F02B5AE52}"/>
          </ac:spMkLst>
        </pc:spChg>
      </pc:sldChg>
    </pc:docChg>
  </pc:docChgLst>
  <pc:docChgLst>
    <pc:chgData name="Guest User" providerId="Windows Live" clId="Web-{5724C10D-24E3-C056-455E-D482E21AA3BD}"/>
    <pc:docChg chg="addSld modSld">
      <pc:chgData name="Guest User" userId="" providerId="Windows Live" clId="Web-{5724C10D-24E3-C056-455E-D482E21AA3BD}" dt="2026-01-27T03:13:32.719" v="300" actId="20577"/>
      <pc:docMkLst>
        <pc:docMk/>
      </pc:docMkLst>
      <pc:sldChg chg="addSp delSp modSp new mod modClrScheme chgLayout">
        <pc:chgData name="Guest User" userId="" providerId="Windows Live" clId="Web-{5724C10D-24E3-C056-455E-D482E21AA3BD}" dt="2026-01-27T03:08:32.522" v="100" actId="1076"/>
        <pc:sldMkLst>
          <pc:docMk/>
          <pc:sldMk cId="4101052897" sldId="311"/>
        </pc:sldMkLst>
        <pc:spChg chg="mod ord">
          <ac:chgData name="Guest User" userId="" providerId="Windows Live" clId="Web-{5724C10D-24E3-C056-455E-D482E21AA3BD}" dt="2026-01-27T03:06:32.546" v="81" actId="20577"/>
          <ac:spMkLst>
            <pc:docMk/>
            <pc:sldMk cId="4101052897" sldId="311"/>
            <ac:spMk id="2" creationId="{30BEC228-FA45-5DD1-DD63-816CEEF3B7C9}"/>
          </ac:spMkLst>
        </pc:spChg>
        <pc:spChg chg="mod ord">
          <ac:chgData name="Guest User" userId="" providerId="Windows Live" clId="Web-{5724C10D-24E3-C056-455E-D482E21AA3BD}" dt="2026-01-27T03:07:19.221" v="90" actId="1076"/>
          <ac:spMkLst>
            <pc:docMk/>
            <pc:sldMk cId="4101052897" sldId="311"/>
            <ac:spMk id="3" creationId="{867EA0C7-8FA0-F069-9E66-B852E770EBF8}"/>
          </ac:spMkLst>
        </pc:spChg>
        <pc:spChg chg="del">
          <ac:chgData name="Guest User" userId="" providerId="Windows Live" clId="Web-{5724C10D-24E3-C056-455E-D482E21AA3BD}" dt="2026-01-27T03:04:52.726" v="2"/>
          <ac:spMkLst>
            <pc:docMk/>
            <pc:sldMk cId="4101052897" sldId="311"/>
            <ac:spMk id="4" creationId="{1F05E13B-5F76-10F3-4DFA-B2102DE81ABB}"/>
          </ac:spMkLst>
        </pc:spChg>
        <pc:spChg chg="del">
          <ac:chgData name="Guest User" userId="" providerId="Windows Live" clId="Web-{5724C10D-24E3-C056-455E-D482E21AA3BD}" dt="2026-01-27T03:04:52.726" v="2"/>
          <ac:spMkLst>
            <pc:docMk/>
            <pc:sldMk cId="4101052897" sldId="311"/>
            <ac:spMk id="5" creationId="{A5088F6D-E721-2920-E6C8-4D264841E69F}"/>
          </ac:spMkLst>
        </pc:spChg>
        <pc:spChg chg="del">
          <ac:chgData name="Guest User" userId="" providerId="Windows Live" clId="Web-{5724C10D-24E3-C056-455E-D482E21AA3BD}" dt="2026-01-27T03:04:52.726" v="2"/>
          <ac:spMkLst>
            <pc:docMk/>
            <pc:sldMk cId="4101052897" sldId="311"/>
            <ac:spMk id="6" creationId="{8770D090-C250-9CF9-84E6-A298A3ADF24D}"/>
          </ac:spMkLst>
        </pc:spChg>
        <pc:spChg chg="add del mod">
          <ac:chgData name="Guest User" userId="" providerId="Windows Live" clId="Web-{5724C10D-24E3-C056-455E-D482E21AA3BD}" dt="2026-01-27T03:07:48.707" v="96"/>
          <ac:spMkLst>
            <pc:docMk/>
            <pc:sldMk cId="4101052897" sldId="311"/>
            <ac:spMk id="7" creationId="{E9FFB8E5-0324-C9CF-B41C-3FE67E73E813}"/>
          </ac:spMkLst>
        </pc:spChg>
        <pc:spChg chg="add mod">
          <ac:chgData name="Guest User" userId="" providerId="Windows Live" clId="Web-{5724C10D-24E3-C056-455E-D482E21AA3BD}" dt="2026-01-27T03:08:13.786" v="98" actId="1076"/>
          <ac:spMkLst>
            <pc:docMk/>
            <pc:sldMk cId="4101052897" sldId="311"/>
            <ac:spMk id="9" creationId="{6EC6DC57-4839-95AE-9497-ABC8845835BD}"/>
          </ac:spMkLst>
        </pc:spChg>
        <pc:spChg chg="add mod">
          <ac:chgData name="Guest User" userId="" providerId="Windows Live" clId="Web-{5724C10D-24E3-C056-455E-D482E21AA3BD}" dt="2026-01-27T03:08:32.522" v="100" actId="1076"/>
          <ac:spMkLst>
            <pc:docMk/>
            <pc:sldMk cId="4101052897" sldId="311"/>
            <ac:spMk id="11" creationId="{83BA21CF-177B-E2F4-9AA0-D1AF4E35D479}"/>
          </ac:spMkLst>
        </pc:spChg>
      </pc:sldChg>
      <pc:sldChg chg="delSp modSp new mod modClrScheme chgLayout">
        <pc:chgData name="Guest User" userId="" providerId="Windows Live" clId="Web-{5724C10D-24E3-C056-455E-D482E21AA3BD}" dt="2026-01-27T03:13:32.719" v="300" actId="20577"/>
        <pc:sldMkLst>
          <pc:docMk/>
          <pc:sldMk cId="2427922659" sldId="312"/>
        </pc:sldMkLst>
        <pc:spChg chg="mod ord">
          <ac:chgData name="Guest User" userId="" providerId="Windows Live" clId="Web-{5724C10D-24E3-C056-455E-D482E21AA3BD}" dt="2026-01-27T03:09:43.056" v="143" actId="20577"/>
          <ac:spMkLst>
            <pc:docMk/>
            <pc:sldMk cId="2427922659" sldId="312"/>
            <ac:spMk id="2" creationId="{9BB57B6C-552E-F642-999A-5FCE238B4FA5}"/>
          </ac:spMkLst>
        </pc:spChg>
        <pc:spChg chg="mod ord">
          <ac:chgData name="Guest User" userId="" providerId="Windows Live" clId="Web-{5724C10D-24E3-C056-455E-D482E21AA3BD}" dt="2026-01-27T03:13:32.719" v="300" actId="20577"/>
          <ac:spMkLst>
            <pc:docMk/>
            <pc:sldMk cId="2427922659" sldId="312"/>
            <ac:spMk id="3" creationId="{0C05F080-97F9-8C50-43F8-8565D428B0F2}"/>
          </ac:spMkLst>
        </pc:spChg>
        <pc:spChg chg="del">
          <ac:chgData name="Guest User" userId="" providerId="Windows Live" clId="Web-{5724C10D-24E3-C056-455E-D482E21AA3BD}" dt="2026-01-27T03:04:59.367" v="3"/>
          <ac:spMkLst>
            <pc:docMk/>
            <pc:sldMk cId="2427922659" sldId="312"/>
            <ac:spMk id="4" creationId="{40C3D7FD-D982-81D5-2939-DDEE5DBCAFF0}"/>
          </ac:spMkLst>
        </pc:spChg>
        <pc:spChg chg="del">
          <ac:chgData name="Guest User" userId="" providerId="Windows Live" clId="Web-{5724C10D-24E3-C056-455E-D482E21AA3BD}" dt="2026-01-27T03:04:59.367" v="3"/>
          <ac:spMkLst>
            <pc:docMk/>
            <pc:sldMk cId="2427922659" sldId="312"/>
            <ac:spMk id="5" creationId="{B9B89CEC-8173-7845-583E-A41E09003715}"/>
          </ac:spMkLst>
        </pc:spChg>
        <pc:spChg chg="del">
          <ac:chgData name="Guest User" userId="" providerId="Windows Live" clId="Web-{5724C10D-24E3-C056-455E-D482E21AA3BD}" dt="2026-01-27T03:04:59.367" v="3"/>
          <ac:spMkLst>
            <pc:docMk/>
            <pc:sldMk cId="2427922659" sldId="312"/>
            <ac:spMk id="6" creationId="{52513E85-BBE0-AC46-ABAC-CD0B14C6D358}"/>
          </ac:spMkLst>
        </pc:spChg>
      </pc:sldChg>
    </pc:docChg>
  </pc:docChgLst>
  <pc:docChgLst>
    <pc:chgData name="Guest User" providerId="Windows Live" clId="Web-{EA6E8B8C-1419-5F2E-D52B-3C30A8349F9B}"/>
    <pc:docChg chg="modSld">
      <pc:chgData name="Guest User" userId="" providerId="Windows Live" clId="Web-{EA6E8B8C-1419-5F2E-D52B-3C30A8349F9B}" dt="2026-01-27T03:27:21.436" v="709"/>
      <pc:docMkLst>
        <pc:docMk/>
      </pc:docMkLst>
      <pc:sldChg chg="modSp modNotes">
        <pc:chgData name="Guest User" userId="" providerId="Windows Live" clId="Web-{EA6E8B8C-1419-5F2E-D52B-3C30A8349F9B}" dt="2026-01-27T03:27:21.436" v="709"/>
        <pc:sldMkLst>
          <pc:docMk/>
          <pc:sldMk cId="0" sldId="265"/>
        </pc:sldMkLst>
        <pc:spChg chg="mod">
          <ac:chgData name="Guest User" userId="" providerId="Windows Live" clId="Web-{EA6E8B8C-1419-5F2E-D52B-3C30A8349F9B}" dt="2026-01-27T03:20:58.510" v="320" actId="20577"/>
          <ac:spMkLst>
            <pc:docMk/>
            <pc:sldMk cId="0" sldId="265"/>
            <ac:spMk id="26182" creationId="{00000000-0000-0000-0000-000000000000}"/>
          </ac:spMkLst>
        </pc:spChg>
      </pc:sldChg>
      <pc:sldChg chg="addSp delSp modSp">
        <pc:chgData name="Guest User" userId="" providerId="Windows Live" clId="Web-{EA6E8B8C-1419-5F2E-D52B-3C30A8349F9B}" dt="2026-01-27T03:16:09.879" v="130"/>
        <pc:sldMkLst>
          <pc:docMk/>
          <pc:sldMk cId="2427922659" sldId="312"/>
        </pc:sldMkLst>
        <pc:spChg chg="mod">
          <ac:chgData name="Guest User" userId="" providerId="Windows Live" clId="Web-{EA6E8B8C-1419-5F2E-D52B-3C30A8349F9B}" dt="2026-01-27T03:15:19.847" v="128" actId="20577"/>
          <ac:spMkLst>
            <pc:docMk/>
            <pc:sldMk cId="2427922659" sldId="312"/>
            <ac:spMk id="3" creationId="{0C05F080-97F9-8C50-43F8-8565D428B0F2}"/>
          </ac:spMkLst>
        </pc:spChg>
        <pc:cxnChg chg="add del">
          <ac:chgData name="Guest User" userId="" providerId="Windows Live" clId="Web-{EA6E8B8C-1419-5F2E-D52B-3C30A8349F9B}" dt="2026-01-27T03:16:09.879" v="130"/>
          <ac:cxnSpMkLst>
            <pc:docMk/>
            <pc:sldMk cId="2427922659" sldId="312"/>
            <ac:cxnSpMk id="5" creationId="{57C4AB33-B15A-1082-02A3-3AC6CCAE36AA}"/>
          </ac:cxnSpMkLst>
        </pc:cxnChg>
      </pc:sldChg>
    </pc:docChg>
  </pc:docChgLst>
  <pc:docChgLst>
    <pc:chgData name="Guest User" providerId="Windows Live" clId="Web-{3C758E05-2531-AAE4-41A7-2780CF07A27E}"/>
    <pc:docChg chg="delSld modSld">
      <pc:chgData name="Guest User" userId="" providerId="Windows Live" clId="Web-{3C758E05-2531-AAE4-41A7-2780CF07A27E}" dt="2026-01-26T18:21:05.514" v="43" actId="1076"/>
      <pc:docMkLst>
        <pc:docMk/>
      </pc:docMkLst>
      <pc:sldChg chg="modSp">
        <pc:chgData name="Guest User" userId="" providerId="Windows Live" clId="Web-{3C758E05-2531-AAE4-41A7-2780CF07A27E}" dt="2026-01-26T16:53:32.180" v="6" actId="20577"/>
        <pc:sldMkLst>
          <pc:docMk/>
          <pc:sldMk cId="0" sldId="256"/>
        </pc:sldMkLst>
        <pc:spChg chg="mod">
          <ac:chgData name="Guest User" userId="" providerId="Windows Live" clId="Web-{3C758E05-2531-AAE4-41A7-2780CF07A27E}" dt="2026-01-26T16:53:32.180" v="6" actId="20577"/>
          <ac:spMkLst>
            <pc:docMk/>
            <pc:sldMk cId="0" sldId="256"/>
            <ac:spMk id="25863" creationId="{00000000-0000-0000-0000-000000000000}"/>
          </ac:spMkLst>
        </pc:spChg>
      </pc:sldChg>
      <pc:sldChg chg="del">
        <pc:chgData name="Guest User" userId="" providerId="Windows Live" clId="Web-{3C758E05-2531-AAE4-41A7-2780CF07A27E}" dt="2026-01-26T18:19:12.902" v="25"/>
        <pc:sldMkLst>
          <pc:docMk/>
          <pc:sldMk cId="0" sldId="291"/>
        </pc:sldMkLst>
      </pc:sldChg>
      <pc:sldChg chg="delSp modSp">
        <pc:chgData name="Guest User" userId="" providerId="Windows Live" clId="Web-{3C758E05-2531-AAE4-41A7-2780CF07A27E}" dt="2026-01-26T18:21:05.514" v="43" actId="1076"/>
        <pc:sldMkLst>
          <pc:docMk/>
          <pc:sldMk cId="0" sldId="293"/>
        </pc:sldMkLst>
        <pc:spChg chg="mod">
          <ac:chgData name="Guest User" userId="" providerId="Windows Live" clId="Web-{3C758E05-2531-AAE4-41A7-2780CF07A27E}" dt="2026-01-26T18:21:05.514" v="43" actId="1076"/>
          <ac:spMkLst>
            <pc:docMk/>
            <pc:sldMk cId="0" sldId="293"/>
            <ac:spMk id="27870" creationId="{00000000-0000-0000-0000-000000000000}"/>
          </ac:spMkLst>
        </pc:spChg>
        <pc:spChg chg="del mod">
          <ac:chgData name="Guest User" userId="" providerId="Windows Live" clId="Web-{3C758E05-2531-AAE4-41A7-2780CF07A27E}" dt="2026-01-26T18:20:09.778" v="27"/>
          <ac:spMkLst>
            <pc:docMk/>
            <pc:sldMk cId="0" sldId="293"/>
            <ac:spMk id="27871" creationId="{00000000-0000-0000-0000-000000000000}"/>
          </ac:spMkLst>
        </pc:spChg>
      </pc:sldChg>
      <pc:sldChg chg="del">
        <pc:chgData name="Guest User" userId="" providerId="Windows Live" clId="Web-{3C758E05-2531-AAE4-41A7-2780CF07A27E}" dt="2026-01-26T18:17:58.229" v="11"/>
        <pc:sldMkLst>
          <pc:docMk/>
          <pc:sldMk cId="0" sldId="294"/>
        </pc:sldMkLst>
      </pc:sldChg>
      <pc:sldChg chg="del">
        <pc:chgData name="Guest User" userId="" providerId="Windows Live" clId="Web-{3C758E05-2531-AAE4-41A7-2780CF07A27E}" dt="2026-01-26T18:18:00.979" v="12"/>
        <pc:sldMkLst>
          <pc:docMk/>
          <pc:sldMk cId="0" sldId="295"/>
        </pc:sldMkLst>
      </pc:sldChg>
      <pc:sldChg chg="del">
        <pc:chgData name="Guest User" userId="" providerId="Windows Live" clId="Web-{3C758E05-2531-AAE4-41A7-2780CF07A27E}" dt="2026-01-26T18:18:03.995" v="13"/>
        <pc:sldMkLst>
          <pc:docMk/>
          <pc:sldMk cId="0" sldId="296"/>
        </pc:sldMkLst>
      </pc:sldChg>
      <pc:sldChg chg="del">
        <pc:chgData name="Guest User" userId="" providerId="Windows Live" clId="Web-{3C758E05-2531-AAE4-41A7-2780CF07A27E}" dt="2026-01-26T18:18:06.776" v="14"/>
        <pc:sldMkLst>
          <pc:docMk/>
          <pc:sldMk cId="0" sldId="297"/>
        </pc:sldMkLst>
      </pc:sldChg>
      <pc:sldChg chg="del">
        <pc:chgData name="Guest User" userId="" providerId="Windows Live" clId="Web-{3C758E05-2531-AAE4-41A7-2780CF07A27E}" dt="2026-01-26T18:18:14.323" v="15"/>
        <pc:sldMkLst>
          <pc:docMk/>
          <pc:sldMk cId="0" sldId="298"/>
        </pc:sldMkLst>
      </pc:sldChg>
      <pc:sldChg chg="del">
        <pc:chgData name="Guest User" userId="" providerId="Windows Live" clId="Web-{3C758E05-2531-AAE4-41A7-2780CF07A27E}" dt="2026-01-26T18:18:20.917" v="16"/>
        <pc:sldMkLst>
          <pc:docMk/>
          <pc:sldMk cId="0" sldId="299"/>
        </pc:sldMkLst>
      </pc:sldChg>
      <pc:sldChg chg="del">
        <pc:chgData name="Guest User" userId="" providerId="Windows Live" clId="Web-{3C758E05-2531-AAE4-41A7-2780CF07A27E}" dt="2026-01-26T18:18:23.526" v="17"/>
        <pc:sldMkLst>
          <pc:docMk/>
          <pc:sldMk cId="0" sldId="300"/>
        </pc:sldMkLst>
      </pc:sldChg>
      <pc:sldChg chg="del">
        <pc:chgData name="Guest User" userId="" providerId="Windows Live" clId="Web-{3C758E05-2531-AAE4-41A7-2780CF07A27E}" dt="2026-01-26T18:18:24.401" v="18"/>
        <pc:sldMkLst>
          <pc:docMk/>
          <pc:sldMk cId="0" sldId="301"/>
        </pc:sldMkLst>
      </pc:sldChg>
      <pc:sldChg chg="del">
        <pc:chgData name="Guest User" userId="" providerId="Windows Live" clId="Web-{3C758E05-2531-AAE4-41A7-2780CF07A27E}" dt="2026-01-26T18:18:34.948" v="19"/>
        <pc:sldMkLst>
          <pc:docMk/>
          <pc:sldMk cId="0" sldId="302"/>
        </pc:sldMkLst>
      </pc:sldChg>
      <pc:sldChg chg="del">
        <pc:chgData name="Guest User" userId="" providerId="Windows Live" clId="Web-{3C758E05-2531-AAE4-41A7-2780CF07A27E}" dt="2026-01-26T18:18:45.386" v="20"/>
        <pc:sldMkLst>
          <pc:docMk/>
          <pc:sldMk cId="0" sldId="303"/>
        </pc:sldMkLst>
      </pc:sldChg>
      <pc:sldChg chg="del">
        <pc:chgData name="Guest User" userId="" providerId="Windows Live" clId="Web-{3C758E05-2531-AAE4-41A7-2780CF07A27E}" dt="2026-01-26T18:18:47.543" v="21"/>
        <pc:sldMkLst>
          <pc:docMk/>
          <pc:sldMk cId="0" sldId="304"/>
        </pc:sldMkLst>
      </pc:sldChg>
      <pc:sldChg chg="del">
        <pc:chgData name="Guest User" userId="" providerId="Windows Live" clId="Web-{3C758E05-2531-AAE4-41A7-2780CF07A27E}" dt="2026-01-26T18:19:02.793" v="22"/>
        <pc:sldMkLst>
          <pc:docMk/>
          <pc:sldMk cId="0" sldId="305"/>
        </pc:sldMkLst>
      </pc:sldChg>
      <pc:sldChg chg="del">
        <pc:chgData name="Guest User" userId="" providerId="Windows Live" clId="Web-{3C758E05-2531-AAE4-41A7-2780CF07A27E}" dt="2026-01-26T18:19:10.559" v="24"/>
        <pc:sldMkLst>
          <pc:docMk/>
          <pc:sldMk cId="0" sldId="306"/>
        </pc:sldMkLst>
      </pc:sldChg>
      <pc:sldChg chg="del">
        <pc:chgData name="Guest User" userId="" providerId="Windows Live" clId="Web-{3C758E05-2531-AAE4-41A7-2780CF07A27E}" dt="2026-01-26T18:19:08.184" v="23"/>
        <pc:sldMkLst>
          <pc:docMk/>
          <pc:sldMk cId="0" sldId="307"/>
        </pc:sldMkLst>
      </pc:sldChg>
      <pc:sldChg chg="del">
        <pc:chgData name="Guest User" userId="" providerId="Windows Live" clId="Web-{3C758E05-2531-AAE4-41A7-2780CF07A27E}" dt="2026-01-26T18:17:53.463" v="10"/>
        <pc:sldMkLst>
          <pc:docMk/>
          <pc:sldMk cId="0" sldId="308"/>
        </pc:sldMkLst>
      </pc:sldChg>
      <pc:sldChg chg="del">
        <pc:chgData name="Guest User" userId="" providerId="Windows Live" clId="Web-{3C758E05-2531-AAE4-41A7-2780CF07A27E}" dt="2026-01-26T18:17:48.369" v="9"/>
        <pc:sldMkLst>
          <pc:docMk/>
          <pc:sldMk cId="4236304497" sldId="309"/>
        </pc:sldMkLst>
      </pc:sldChg>
      <pc:sldChg chg="del">
        <pc:chgData name="Guest User" userId="" providerId="Windows Live" clId="Web-{3C758E05-2531-AAE4-41A7-2780CF07A27E}" dt="2026-01-26T18:17:39.807" v="8"/>
        <pc:sldMkLst>
          <pc:docMk/>
          <pc:sldMk cId="0" sldId="310"/>
        </pc:sldMkLst>
      </pc:sldChg>
      <pc:sldChg chg="del">
        <pc:chgData name="Guest User" userId="" providerId="Windows Live" clId="Web-{3C758E05-2531-AAE4-41A7-2780CF07A27E}" dt="2026-01-26T18:17:24.134" v="7"/>
        <pc:sldMkLst>
          <pc:docMk/>
          <pc:sldMk cId="0" sldId="311"/>
        </pc:sldMkLst>
      </pc:sldChg>
    </pc:docChg>
  </pc:docChgLst>
  <pc:docChgLst>
    <pc:chgData name="Faizaan Hyath" userId="d24c3dc1a2cc4f59" providerId="Windows Live" clId="Web-{6B696F73-B242-35A6-35E8-4D932EA13844}"/>
    <pc:docChg chg="delSld">
      <pc:chgData name="Faizaan Hyath" userId="d24c3dc1a2cc4f59" providerId="Windows Live" clId="Web-{6B696F73-B242-35A6-35E8-4D932EA13844}" dt="2026-01-27T17:28:09.053" v="3"/>
      <pc:docMkLst>
        <pc:docMk/>
      </pc:docMkLst>
      <pc:sldChg chg="del">
        <pc:chgData name="Faizaan Hyath" userId="d24c3dc1a2cc4f59" providerId="Windows Live" clId="Web-{6B696F73-B242-35A6-35E8-4D932EA13844}" dt="2026-01-27T17:27:19.193" v="0"/>
        <pc:sldMkLst>
          <pc:docMk/>
          <pc:sldMk cId="0" sldId="280"/>
        </pc:sldMkLst>
      </pc:sldChg>
      <pc:sldChg chg="del">
        <pc:chgData name="Faizaan Hyath" userId="d24c3dc1a2cc4f59" providerId="Windows Live" clId="Web-{6B696F73-B242-35A6-35E8-4D932EA13844}" dt="2026-01-27T17:27:22.318" v="1"/>
        <pc:sldMkLst>
          <pc:docMk/>
          <pc:sldMk cId="0" sldId="281"/>
        </pc:sldMkLst>
      </pc:sldChg>
      <pc:sldChg chg="del">
        <pc:chgData name="Faizaan Hyath" userId="d24c3dc1a2cc4f59" providerId="Windows Live" clId="Web-{6B696F73-B242-35A6-35E8-4D932EA13844}" dt="2026-01-27T17:27:55.303" v="2"/>
        <pc:sldMkLst>
          <pc:docMk/>
          <pc:sldMk cId="0" sldId="282"/>
        </pc:sldMkLst>
      </pc:sldChg>
      <pc:sldChg chg="del">
        <pc:chgData name="Faizaan Hyath" userId="d24c3dc1a2cc4f59" providerId="Windows Live" clId="Web-{6B696F73-B242-35A6-35E8-4D932EA13844}" dt="2026-01-27T17:28:09.053" v="3"/>
        <pc:sldMkLst>
          <pc:docMk/>
          <pc:sldMk cId="0" sldId="293"/>
        </pc:sldMkLst>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58"/>
        <p:cNvGrpSpPr/>
        <p:nvPr/>
      </p:nvGrpSpPr>
      <p:grpSpPr>
        <a:xfrm>
          <a:off x="0" y="0"/>
          <a:ext cx="0" cy="0"/>
          <a:chOff x="0" y="0"/>
          <a:chExt cx="0" cy="0"/>
        </a:xfrm>
      </p:grpSpPr>
      <p:sp>
        <p:nvSpPr>
          <p:cNvPr id="25859" name="Google Shape;25859;g1c46b27212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60" name="Google Shape;25860;g1c46b27212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46"/>
        <p:cNvGrpSpPr/>
        <p:nvPr/>
      </p:nvGrpSpPr>
      <p:grpSpPr>
        <a:xfrm>
          <a:off x="0" y="0"/>
          <a:ext cx="0" cy="0"/>
          <a:chOff x="0" y="0"/>
          <a:chExt cx="0" cy="0"/>
        </a:xfrm>
      </p:grpSpPr>
      <p:sp>
        <p:nvSpPr>
          <p:cNvPr id="25947" name="Google Shape;25947;g1c699f568e4_0_11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48" name="Google Shape;25948;g1c699f568e4_0_11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46">
          <a:extLst>
            <a:ext uri="{FF2B5EF4-FFF2-40B4-BE49-F238E27FC236}">
              <a16:creationId xmlns:a16="http://schemas.microsoft.com/office/drawing/2014/main" id="{6DA7963D-F68B-8160-1D1B-DF761F110061}"/>
            </a:ext>
          </a:extLst>
        </p:cNvPr>
        <p:cNvGrpSpPr/>
        <p:nvPr/>
      </p:nvGrpSpPr>
      <p:grpSpPr>
        <a:xfrm>
          <a:off x="0" y="0"/>
          <a:ext cx="0" cy="0"/>
          <a:chOff x="0" y="0"/>
          <a:chExt cx="0" cy="0"/>
        </a:xfrm>
      </p:grpSpPr>
      <p:sp>
        <p:nvSpPr>
          <p:cNvPr id="25947" name="Google Shape;25947;g1c699f568e4_0_11591:notes">
            <a:extLst>
              <a:ext uri="{FF2B5EF4-FFF2-40B4-BE49-F238E27FC236}">
                <a16:creationId xmlns:a16="http://schemas.microsoft.com/office/drawing/2014/main" id="{8F8B2FD3-361B-BD7F-DD66-61480B88A01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48" name="Google Shape;25948;g1c699f568e4_0_11591:notes">
            <a:extLst>
              <a:ext uri="{FF2B5EF4-FFF2-40B4-BE49-F238E27FC236}">
                <a16:creationId xmlns:a16="http://schemas.microsoft.com/office/drawing/2014/main" id="{8A800DB8-D58A-6DD8-BD19-6A809BF04C9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4291800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71"/>
        <p:cNvGrpSpPr/>
        <p:nvPr/>
      </p:nvGrpSpPr>
      <p:grpSpPr>
        <a:xfrm>
          <a:off x="0" y="0"/>
          <a:ext cx="0" cy="0"/>
          <a:chOff x="0" y="0"/>
          <a:chExt cx="0" cy="0"/>
        </a:xfrm>
      </p:grpSpPr>
      <p:sp>
        <p:nvSpPr>
          <p:cNvPr id="26172" name="Google Shape;26172;g1c699f568e4_0_20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73" name="Google Shape;26173;g1c699f568e4_0_20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indent="0">
              <a:buNone/>
            </a:pPr>
            <a:r>
              <a:rPr lang="en-US"/>
              <a:t>The system continuously compares "lost items" reports with "found item" reports using an algorithm to identify potential matches based on </a:t>
            </a:r>
          </a:p>
          <a:p>
            <a:pPr marL="171450" indent="-171450">
              <a:buChar char="•"/>
            </a:pPr>
            <a:r>
              <a:rPr lang="en-US"/>
              <a:t>Keywords ( e.g., "phone", "wallet", "keys"</a:t>
            </a:r>
          </a:p>
          <a:p>
            <a:pPr marL="171450" indent="-171450">
              <a:buChar char="•"/>
            </a:pPr>
            <a:r>
              <a:rPr lang="en-US"/>
              <a:t>Location Proximity ( lost near where found)</a:t>
            </a:r>
          </a:p>
          <a:p>
            <a:pPr marL="171450" indent="-171450">
              <a:buChar char="•"/>
            </a:pPr>
            <a:r>
              <a:rPr lang="en-US"/>
              <a:t>Time Correlation ( lost and found roughly around the same time </a:t>
            </a:r>
          </a:p>
          <a:p>
            <a:pPr marL="171450" indent="-171450">
              <a:buChar char="•"/>
            </a:pPr>
            <a:r>
              <a:rPr lang="en-US"/>
              <a:t>Physical Attributes ( color, size, brand)</a:t>
            </a:r>
          </a:p>
          <a:p>
            <a:pPr marL="0" indent="0">
              <a:buNone/>
            </a:pPr>
            <a:r>
              <a:rPr lang="en-US"/>
              <a:t>Example : </a:t>
            </a:r>
          </a:p>
          <a:p>
            <a:pPr marL="0" indent="0">
              <a:buNone/>
            </a:pPr>
            <a:r>
              <a:rPr lang="en-US"/>
              <a:t>Student A lost a " red adidas backpack in the library on January 18" </a:t>
            </a:r>
          </a:p>
          <a:p>
            <a:pPr marL="0" indent="0">
              <a:buNone/>
            </a:pPr>
            <a:endParaRPr lang="en-US"/>
          </a:p>
          <a:p>
            <a:pPr marL="0" indent="0">
              <a:buNone/>
            </a:pPr>
            <a:r>
              <a:rPr lang="en-US"/>
              <a:t>Smart Matching : Automated Scanning : </a:t>
            </a:r>
          </a:p>
          <a:p>
            <a:pPr marL="0" indent="0">
              <a:buNone/>
            </a:pPr>
            <a:r>
              <a:rPr lang="en-US"/>
              <a:t>It functionality : </a:t>
            </a:r>
          </a:p>
          <a:p>
            <a:pPr marL="171450" indent="-171450">
              <a:buChar char="•"/>
            </a:pPr>
            <a:r>
              <a:rPr lang="en-US"/>
              <a:t>Automatically compares new lost/found reports against existing entries to find potential matches </a:t>
            </a:r>
          </a:p>
          <a:p>
            <a:pPr marL="171450" indent="-171450">
              <a:buChar char="•"/>
            </a:pPr>
            <a:r>
              <a:rPr lang="en-US"/>
              <a:t>Send proactive notification when possible matches are detected </a:t>
            </a:r>
          </a:p>
          <a:p>
            <a:pPr marL="171450" indent="-171450">
              <a:buChar char="•"/>
            </a:pPr>
            <a:r>
              <a:rPr lang="en-US"/>
              <a:t>Reduce time users spend manually browsing through listings </a:t>
            </a:r>
          </a:p>
          <a:p>
            <a:pPr marL="171450" indent="-171450">
              <a:buChar char="•"/>
            </a:pPr>
            <a:endParaRPr lang="en-US"/>
          </a:p>
          <a:p>
            <a:pPr marL="0" indent="0">
              <a:buNone/>
            </a:pPr>
            <a:r>
              <a:rPr lang="en-US"/>
              <a:t>Implementation Approach : </a:t>
            </a:r>
          </a:p>
          <a:p>
            <a:pPr marL="0" indent="0">
              <a:buNone/>
            </a:pPr>
            <a:r>
              <a:rPr lang="en-US"/>
              <a:t>Phase 1 : Manual System ( MVP) </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285750" indent="-285750">
              <a:buChar char="•"/>
            </a:pPr>
            <a:r>
              <a:rPr lang="en-US">
                <a:latin typeface="Calibri"/>
                <a:ea typeface="Calibri"/>
                <a:cs typeface="Calibri"/>
              </a:rPr>
              <a:t>Could only generate a simple lost and found interface </a:t>
            </a:r>
          </a:p>
          <a:p>
            <a:pPr marL="285750" indent="-285750">
              <a:buChar char="•"/>
            </a:pPr>
            <a:endParaRPr lang="en-US">
              <a:latin typeface="Calibri"/>
              <a:ea typeface="Calibri"/>
              <a:cs typeface="Calibri"/>
            </a:endParaRPr>
          </a:p>
          <a:p>
            <a:pPr marL="285750" indent="-285750">
              <a:buChar char="•"/>
            </a:pPr>
            <a:r>
              <a:rPr lang="en-US">
                <a:latin typeface="Calibri"/>
                <a:ea typeface="Calibri"/>
                <a:cs typeface="Calibri"/>
              </a:rPr>
              <a:t>Key-gaps </a:t>
            </a:r>
            <a:r>
              <a:rPr lang="en-US" err="1">
                <a:latin typeface="Calibri"/>
                <a:ea typeface="Calibri"/>
                <a:cs typeface="Calibri"/>
              </a:rPr>
              <a:t>llm</a:t>
            </a:r>
            <a:r>
              <a:rPr lang="en-US">
                <a:latin typeface="Calibri"/>
                <a:ea typeface="Calibri"/>
                <a:cs typeface="Calibri"/>
              </a:rPr>
              <a:t> approach : it lacks audits trails for dispute resolution </a:t>
            </a:r>
          </a:p>
          <a:p>
            <a:pPr marL="0" indent="0">
              <a:buNone/>
            </a:pPr>
            <a:r>
              <a:rPr lang="en-US">
                <a:latin typeface="Calibri"/>
                <a:ea typeface="Calibri"/>
                <a:cs typeface="Calibri"/>
              </a:rPr>
              <a:t>QR Code identification </a:t>
            </a:r>
          </a:p>
        </p:txBody>
      </p:sp>
    </p:spTree>
    <p:extLst>
      <p:ext uri="{BB962C8B-B14F-4D97-AF65-F5344CB8AC3E}">
        <p14:creationId xmlns:p14="http://schemas.microsoft.com/office/powerpoint/2010/main" val="154107324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dk2"/>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38150" y="35427"/>
            <a:ext cx="9067465" cy="5072518"/>
            <a:chOff x="0" y="-63776"/>
            <a:chExt cx="9309513" cy="5207389"/>
          </a:xfrm>
        </p:grpSpPr>
        <p:sp>
          <p:nvSpPr>
            <p:cNvPr id="10" name="Google Shape;10;p2"/>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 name="Google Shape;829;p2"/>
          <p:cNvGrpSpPr/>
          <p:nvPr/>
        </p:nvGrpSpPr>
        <p:grpSpPr>
          <a:xfrm>
            <a:off x="235650" y="204150"/>
            <a:ext cx="8683925" cy="4735200"/>
            <a:chOff x="235650" y="204150"/>
            <a:chExt cx="8683925" cy="4735200"/>
          </a:xfrm>
        </p:grpSpPr>
        <p:sp>
          <p:nvSpPr>
            <p:cNvPr id="830" name="Google Shape;830;p2"/>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1" name="Google Shape;831;p2"/>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832" name="Google Shape;832;p2"/>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 name="Google Shape;835;p2"/>
          <p:cNvSpPr txBox="1">
            <a:spLocks noGrp="1"/>
          </p:cNvSpPr>
          <p:nvPr>
            <p:ph type="ctrTitle"/>
          </p:nvPr>
        </p:nvSpPr>
        <p:spPr>
          <a:xfrm>
            <a:off x="2420800" y="1542275"/>
            <a:ext cx="4587900" cy="1735800"/>
          </a:xfrm>
          <a:prstGeom prst="rect">
            <a:avLst/>
          </a:prstGeom>
          <a:ln>
            <a:noFill/>
          </a:ln>
        </p:spPr>
        <p:txBody>
          <a:bodyPr spcFirstLastPara="1" wrap="square" lIns="91425" tIns="91425" rIns="91425" bIns="91425" anchor="b" anchorCtr="0">
            <a:noAutofit/>
          </a:bodyPr>
          <a:lstStyle>
            <a:lvl1pPr lvl="0" algn="l">
              <a:lnSpc>
                <a:spcPct val="115000"/>
              </a:lnSpc>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836" name="Google Shape;836;p2"/>
          <p:cNvSpPr txBox="1">
            <a:spLocks noGrp="1"/>
          </p:cNvSpPr>
          <p:nvPr>
            <p:ph type="subTitle" idx="1"/>
          </p:nvPr>
        </p:nvSpPr>
        <p:spPr>
          <a:xfrm>
            <a:off x="2420950" y="3315425"/>
            <a:ext cx="4587900" cy="403800"/>
          </a:xfrm>
          <a:prstGeom prst="rect">
            <a:avLst/>
          </a:prstGeom>
          <a:ln w="9525"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lvl1pPr lvl="0">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490"/>
        <p:cNvGrpSpPr/>
        <p:nvPr/>
      </p:nvGrpSpPr>
      <p:grpSpPr>
        <a:xfrm>
          <a:off x="0" y="0"/>
          <a:ext cx="0" cy="0"/>
          <a:chOff x="0" y="0"/>
          <a:chExt cx="0" cy="0"/>
        </a:xfrm>
      </p:grpSpPr>
      <p:grpSp>
        <p:nvGrpSpPr>
          <p:cNvPr id="2491" name="Google Shape;2491;p5"/>
          <p:cNvGrpSpPr/>
          <p:nvPr/>
        </p:nvGrpSpPr>
        <p:grpSpPr>
          <a:xfrm>
            <a:off x="38150" y="35427"/>
            <a:ext cx="9067465" cy="5072518"/>
            <a:chOff x="0" y="-63776"/>
            <a:chExt cx="9309513" cy="5207389"/>
          </a:xfrm>
        </p:grpSpPr>
        <p:sp>
          <p:nvSpPr>
            <p:cNvPr id="2492" name="Google Shape;2492;p5"/>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5"/>
          <p:cNvGrpSpPr/>
          <p:nvPr/>
        </p:nvGrpSpPr>
        <p:grpSpPr>
          <a:xfrm>
            <a:off x="235650" y="204150"/>
            <a:ext cx="8683925" cy="4735200"/>
            <a:chOff x="235650" y="204150"/>
            <a:chExt cx="8683925" cy="4735200"/>
          </a:xfrm>
        </p:grpSpPr>
        <p:sp>
          <p:nvSpPr>
            <p:cNvPr id="3312" name="Google Shape;3312;p5"/>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13" name="Google Shape;3313;p5"/>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3314" name="Google Shape;3314;p5"/>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7" name="Google Shape;3317;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318" name="Google Shape;3318;p5"/>
          <p:cNvSpPr txBox="1">
            <a:spLocks noGrp="1"/>
          </p:cNvSpPr>
          <p:nvPr>
            <p:ph type="subTitle" idx="1"/>
          </p:nvPr>
        </p:nvSpPr>
        <p:spPr>
          <a:xfrm>
            <a:off x="5055279" y="3272083"/>
            <a:ext cx="2505600" cy="8529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319" name="Google Shape;3319;p5"/>
          <p:cNvSpPr txBox="1">
            <a:spLocks noGrp="1"/>
          </p:cNvSpPr>
          <p:nvPr>
            <p:ph type="subTitle" idx="2"/>
          </p:nvPr>
        </p:nvSpPr>
        <p:spPr>
          <a:xfrm>
            <a:off x="1583300" y="3272083"/>
            <a:ext cx="2505600" cy="8529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320" name="Google Shape;3320;p5"/>
          <p:cNvSpPr txBox="1">
            <a:spLocks noGrp="1"/>
          </p:cNvSpPr>
          <p:nvPr>
            <p:ph type="subTitle" idx="3"/>
          </p:nvPr>
        </p:nvSpPr>
        <p:spPr>
          <a:xfrm>
            <a:off x="5055275" y="2856500"/>
            <a:ext cx="2505600" cy="534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400">
                <a:solidFill>
                  <a:schemeClr val="dk1"/>
                </a:solidFill>
                <a:latin typeface="Spline Sans"/>
                <a:ea typeface="Spline Sans"/>
                <a:cs typeface="Spline Sans"/>
                <a:sym typeface="Spline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321" name="Google Shape;3321;p5"/>
          <p:cNvSpPr txBox="1">
            <a:spLocks noGrp="1"/>
          </p:cNvSpPr>
          <p:nvPr>
            <p:ph type="subTitle" idx="4"/>
          </p:nvPr>
        </p:nvSpPr>
        <p:spPr>
          <a:xfrm>
            <a:off x="1583300" y="2856500"/>
            <a:ext cx="2505600" cy="534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ebas Neue"/>
              <a:buNone/>
              <a:defRPr sz="2400">
                <a:solidFill>
                  <a:schemeClr val="dk1"/>
                </a:solidFill>
                <a:latin typeface="Spline Sans"/>
                <a:ea typeface="Spline Sans"/>
                <a:cs typeface="Spline Sans"/>
                <a:sym typeface="Spline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322"/>
        <p:cNvGrpSpPr/>
        <p:nvPr/>
      </p:nvGrpSpPr>
      <p:grpSpPr>
        <a:xfrm>
          <a:off x="0" y="0"/>
          <a:ext cx="0" cy="0"/>
          <a:chOff x="0" y="0"/>
          <a:chExt cx="0" cy="0"/>
        </a:xfrm>
      </p:grpSpPr>
      <p:grpSp>
        <p:nvGrpSpPr>
          <p:cNvPr id="3323" name="Google Shape;3323;p6"/>
          <p:cNvGrpSpPr/>
          <p:nvPr/>
        </p:nvGrpSpPr>
        <p:grpSpPr>
          <a:xfrm>
            <a:off x="38150" y="35427"/>
            <a:ext cx="9067465" cy="5072518"/>
            <a:chOff x="0" y="-63776"/>
            <a:chExt cx="9309513" cy="5207389"/>
          </a:xfrm>
        </p:grpSpPr>
        <p:sp>
          <p:nvSpPr>
            <p:cNvPr id="3324" name="Google Shape;3324;p6"/>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6"/>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6"/>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6"/>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6"/>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6"/>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6"/>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6"/>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6"/>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6"/>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6"/>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6"/>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6"/>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6"/>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6"/>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6"/>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6"/>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6"/>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6"/>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6"/>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6"/>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6"/>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6"/>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6"/>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6"/>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6"/>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6"/>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6"/>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6"/>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6"/>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6"/>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6"/>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6"/>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6"/>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6"/>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6"/>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6"/>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6"/>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6"/>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6"/>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6"/>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6"/>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6"/>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6"/>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6"/>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6"/>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6"/>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6"/>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6"/>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6"/>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6"/>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6"/>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6"/>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6"/>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6"/>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6"/>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6"/>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6"/>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6"/>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6"/>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6"/>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6"/>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6"/>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6"/>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6"/>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6"/>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6"/>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6"/>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6"/>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6"/>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6"/>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6"/>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6"/>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6"/>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6"/>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6"/>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6"/>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6"/>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6"/>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6"/>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6"/>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6"/>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6"/>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6"/>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6"/>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6"/>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6"/>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6"/>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6"/>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3" name="Google Shape;4143;p6"/>
          <p:cNvGrpSpPr/>
          <p:nvPr/>
        </p:nvGrpSpPr>
        <p:grpSpPr>
          <a:xfrm>
            <a:off x="235650" y="204150"/>
            <a:ext cx="8683925" cy="4735200"/>
            <a:chOff x="235650" y="204150"/>
            <a:chExt cx="8683925" cy="4735200"/>
          </a:xfrm>
        </p:grpSpPr>
        <p:sp>
          <p:nvSpPr>
            <p:cNvPr id="4144" name="Google Shape;4144;p6"/>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45" name="Google Shape;4145;p6"/>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4146" name="Google Shape;4146;p6"/>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9" name="Google Shape;4149;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150"/>
        <p:cNvGrpSpPr/>
        <p:nvPr/>
      </p:nvGrpSpPr>
      <p:grpSpPr>
        <a:xfrm>
          <a:off x="0" y="0"/>
          <a:ext cx="0" cy="0"/>
          <a:chOff x="0" y="0"/>
          <a:chExt cx="0" cy="0"/>
        </a:xfrm>
      </p:grpSpPr>
      <p:grpSp>
        <p:nvGrpSpPr>
          <p:cNvPr id="4151" name="Google Shape;4151;p7"/>
          <p:cNvGrpSpPr/>
          <p:nvPr/>
        </p:nvGrpSpPr>
        <p:grpSpPr>
          <a:xfrm>
            <a:off x="38150" y="35427"/>
            <a:ext cx="9067465" cy="5072518"/>
            <a:chOff x="0" y="-63776"/>
            <a:chExt cx="9309513" cy="5207389"/>
          </a:xfrm>
        </p:grpSpPr>
        <p:sp>
          <p:nvSpPr>
            <p:cNvPr id="4152" name="Google Shape;4152;p7"/>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1" name="Google Shape;4971;p7"/>
          <p:cNvGrpSpPr/>
          <p:nvPr/>
        </p:nvGrpSpPr>
        <p:grpSpPr>
          <a:xfrm>
            <a:off x="235650" y="204150"/>
            <a:ext cx="8683925" cy="4735200"/>
            <a:chOff x="235650" y="204150"/>
            <a:chExt cx="8683925" cy="4735200"/>
          </a:xfrm>
        </p:grpSpPr>
        <p:sp>
          <p:nvSpPr>
            <p:cNvPr id="4972" name="Google Shape;4972;p7"/>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73" name="Google Shape;4973;p7"/>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4974" name="Google Shape;4974;p7"/>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7" name="Google Shape;4977;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978" name="Google Shape;4978;p7"/>
          <p:cNvSpPr txBox="1">
            <a:spLocks noGrp="1"/>
          </p:cNvSpPr>
          <p:nvPr>
            <p:ph type="subTitle" idx="1"/>
          </p:nvPr>
        </p:nvSpPr>
        <p:spPr>
          <a:xfrm>
            <a:off x="716550" y="1242800"/>
            <a:ext cx="7710900" cy="3361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Font typeface="Nunito Light"/>
              <a:buChar char="●"/>
              <a:defRPr/>
            </a:lvl1pPr>
            <a:lvl2pPr lvl="1" algn="ctr" rtl="0">
              <a:lnSpc>
                <a:spcPct val="115000"/>
              </a:lnSpc>
              <a:spcBef>
                <a:spcPts val="0"/>
              </a:spcBef>
              <a:spcAft>
                <a:spcPts val="0"/>
              </a:spcAft>
              <a:buClr>
                <a:srgbClr val="E76A28"/>
              </a:buClr>
              <a:buSzPts val="1600"/>
              <a:buFont typeface="Nunito Light"/>
              <a:buChar char="○"/>
              <a:defRPr/>
            </a:lvl2pPr>
            <a:lvl3pPr lvl="2" algn="ctr" rtl="0">
              <a:lnSpc>
                <a:spcPct val="115000"/>
              </a:lnSpc>
              <a:spcBef>
                <a:spcPts val="0"/>
              </a:spcBef>
              <a:spcAft>
                <a:spcPts val="0"/>
              </a:spcAft>
              <a:buClr>
                <a:srgbClr val="E76A28"/>
              </a:buClr>
              <a:buSzPts val="1500"/>
              <a:buFont typeface="Nunito Light"/>
              <a:buChar char="■"/>
              <a:defRPr/>
            </a:lvl3pPr>
            <a:lvl4pPr lvl="3" algn="ctr" rtl="0">
              <a:lnSpc>
                <a:spcPct val="115000"/>
              </a:lnSpc>
              <a:spcBef>
                <a:spcPts val="0"/>
              </a:spcBef>
              <a:spcAft>
                <a:spcPts val="0"/>
              </a:spcAft>
              <a:buClr>
                <a:srgbClr val="E76A28"/>
              </a:buClr>
              <a:buSzPts val="1500"/>
              <a:buFont typeface="Nunito Light"/>
              <a:buChar char="●"/>
              <a:defRPr/>
            </a:lvl4pPr>
            <a:lvl5pPr lvl="4" algn="ctr" rtl="0">
              <a:lnSpc>
                <a:spcPct val="115000"/>
              </a:lnSpc>
              <a:spcBef>
                <a:spcPts val="0"/>
              </a:spcBef>
              <a:spcAft>
                <a:spcPts val="0"/>
              </a:spcAft>
              <a:buClr>
                <a:srgbClr val="E76A28"/>
              </a:buClr>
              <a:buSzPts val="1400"/>
              <a:buFont typeface="Nunito Light"/>
              <a:buChar char="○"/>
              <a:defRPr/>
            </a:lvl5pPr>
            <a:lvl6pPr lvl="5" algn="ctr" rtl="0">
              <a:lnSpc>
                <a:spcPct val="115000"/>
              </a:lnSpc>
              <a:spcBef>
                <a:spcPts val="0"/>
              </a:spcBef>
              <a:spcAft>
                <a:spcPts val="0"/>
              </a:spcAft>
              <a:buClr>
                <a:srgbClr val="999999"/>
              </a:buClr>
              <a:buSzPts val="1400"/>
              <a:buFont typeface="Nunito Light"/>
              <a:buChar char="■"/>
              <a:defRPr/>
            </a:lvl6pPr>
            <a:lvl7pPr lvl="6" algn="ctr" rtl="0">
              <a:lnSpc>
                <a:spcPct val="115000"/>
              </a:lnSpc>
              <a:spcBef>
                <a:spcPts val="0"/>
              </a:spcBef>
              <a:spcAft>
                <a:spcPts val="0"/>
              </a:spcAft>
              <a:buClr>
                <a:srgbClr val="999999"/>
              </a:buClr>
              <a:buSzPts val="1300"/>
              <a:buFont typeface="Nunito Light"/>
              <a:buChar char="●"/>
              <a:defRPr/>
            </a:lvl7pPr>
            <a:lvl8pPr lvl="7" algn="ctr" rtl="0">
              <a:lnSpc>
                <a:spcPct val="115000"/>
              </a:lnSpc>
              <a:spcBef>
                <a:spcPts val="0"/>
              </a:spcBef>
              <a:spcAft>
                <a:spcPts val="0"/>
              </a:spcAft>
              <a:buClr>
                <a:srgbClr val="999999"/>
              </a:buClr>
              <a:buSzPts val="1300"/>
              <a:buFont typeface="Nunito Light"/>
              <a:buChar char="○"/>
              <a:defRPr/>
            </a:lvl8pPr>
            <a:lvl9pPr lvl="8" algn="ctr" rtl="0">
              <a:lnSpc>
                <a:spcPct val="115000"/>
              </a:lnSpc>
              <a:spcBef>
                <a:spcPts val="0"/>
              </a:spcBef>
              <a:spcAft>
                <a:spcPts val="0"/>
              </a:spcAft>
              <a:buClr>
                <a:srgbClr val="999999"/>
              </a:buClr>
              <a:buSzPts val="1400"/>
              <a:buFont typeface="Nunito Light"/>
              <a:buChar char="■"/>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4979"/>
        <p:cNvGrpSpPr/>
        <p:nvPr/>
      </p:nvGrpSpPr>
      <p:grpSpPr>
        <a:xfrm>
          <a:off x="0" y="0"/>
          <a:ext cx="0" cy="0"/>
          <a:chOff x="0" y="0"/>
          <a:chExt cx="0" cy="0"/>
        </a:xfrm>
      </p:grpSpPr>
      <p:grpSp>
        <p:nvGrpSpPr>
          <p:cNvPr id="4980" name="Google Shape;4980;p8"/>
          <p:cNvGrpSpPr/>
          <p:nvPr/>
        </p:nvGrpSpPr>
        <p:grpSpPr>
          <a:xfrm>
            <a:off x="38150" y="35427"/>
            <a:ext cx="9067465" cy="5072518"/>
            <a:chOff x="0" y="-63776"/>
            <a:chExt cx="9309513" cy="5207389"/>
          </a:xfrm>
        </p:grpSpPr>
        <p:sp>
          <p:nvSpPr>
            <p:cNvPr id="4981" name="Google Shape;4981;p8"/>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8"/>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8"/>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8"/>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8"/>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8"/>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8"/>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8"/>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8"/>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8"/>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8"/>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8"/>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8"/>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8"/>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8"/>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8"/>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8"/>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8"/>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8"/>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8"/>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8"/>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8"/>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8"/>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8"/>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8"/>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8"/>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8"/>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8"/>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8"/>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8"/>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8"/>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8"/>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8"/>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8"/>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8"/>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8"/>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8"/>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8"/>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8"/>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0" name="Google Shape;5800;p8"/>
          <p:cNvGrpSpPr/>
          <p:nvPr/>
        </p:nvGrpSpPr>
        <p:grpSpPr>
          <a:xfrm>
            <a:off x="235650" y="204150"/>
            <a:ext cx="8683925" cy="4735200"/>
            <a:chOff x="235650" y="204150"/>
            <a:chExt cx="8683925" cy="4735200"/>
          </a:xfrm>
        </p:grpSpPr>
        <p:sp>
          <p:nvSpPr>
            <p:cNvPr id="5801" name="Google Shape;5801;p8"/>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02" name="Google Shape;5802;p8"/>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5803" name="Google Shape;5803;p8"/>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06" name="Google Shape;5806;p8"/>
          <p:cNvSpPr txBox="1">
            <a:spLocks noGrp="1"/>
          </p:cNvSpPr>
          <p:nvPr>
            <p:ph type="title"/>
          </p:nvPr>
        </p:nvSpPr>
        <p:spPr>
          <a:xfrm>
            <a:off x="2317950" y="1412750"/>
            <a:ext cx="4508100" cy="2318100"/>
          </a:xfrm>
          <a:prstGeom prst="rect">
            <a:avLst/>
          </a:prstGeom>
          <a:ln>
            <a:noFill/>
          </a:ln>
        </p:spPr>
        <p:txBody>
          <a:bodyPr spcFirstLastPara="1" wrap="square" lIns="91425" tIns="91425" rIns="91425" bIns="91425" anchor="ctr" anchorCtr="0">
            <a:noAutofit/>
          </a:bodyPr>
          <a:lstStyle>
            <a:lvl1pPr lvl="0" algn="ctr">
              <a:lnSpc>
                <a:spcPct val="115000"/>
              </a:lnSpc>
              <a:spcBef>
                <a:spcPts val="0"/>
              </a:spcBef>
              <a:spcAft>
                <a:spcPts val="0"/>
              </a:spcAft>
              <a:buSzPts val="4800"/>
              <a:buNone/>
              <a:defRPr sz="5000"/>
            </a:lvl1pPr>
            <a:lvl2pPr lvl="1">
              <a:lnSpc>
                <a:spcPct val="115000"/>
              </a:lnSpc>
              <a:spcBef>
                <a:spcPts val="0"/>
              </a:spcBef>
              <a:spcAft>
                <a:spcPts val="0"/>
              </a:spcAft>
              <a:buSzPts val="4800"/>
              <a:buNone/>
              <a:defRPr sz="4800"/>
            </a:lvl2pPr>
            <a:lvl3pPr lvl="2">
              <a:lnSpc>
                <a:spcPct val="115000"/>
              </a:lnSpc>
              <a:spcBef>
                <a:spcPts val="0"/>
              </a:spcBef>
              <a:spcAft>
                <a:spcPts val="0"/>
              </a:spcAft>
              <a:buSzPts val="4800"/>
              <a:buNone/>
              <a:defRPr sz="4800"/>
            </a:lvl3pPr>
            <a:lvl4pPr lvl="3">
              <a:lnSpc>
                <a:spcPct val="115000"/>
              </a:lnSpc>
              <a:spcBef>
                <a:spcPts val="0"/>
              </a:spcBef>
              <a:spcAft>
                <a:spcPts val="0"/>
              </a:spcAft>
              <a:buSzPts val="4800"/>
              <a:buNone/>
              <a:defRPr sz="4800"/>
            </a:lvl4pPr>
            <a:lvl5pPr lvl="4">
              <a:lnSpc>
                <a:spcPct val="115000"/>
              </a:lnSpc>
              <a:spcBef>
                <a:spcPts val="0"/>
              </a:spcBef>
              <a:spcAft>
                <a:spcPts val="0"/>
              </a:spcAft>
              <a:buSzPts val="4800"/>
              <a:buNone/>
              <a:defRPr sz="4800"/>
            </a:lvl5pPr>
            <a:lvl6pPr lvl="5">
              <a:lnSpc>
                <a:spcPct val="115000"/>
              </a:lnSpc>
              <a:spcBef>
                <a:spcPts val="0"/>
              </a:spcBef>
              <a:spcAft>
                <a:spcPts val="0"/>
              </a:spcAft>
              <a:buSzPts val="4800"/>
              <a:buNone/>
              <a:defRPr sz="4800"/>
            </a:lvl6pPr>
            <a:lvl7pPr lvl="6">
              <a:lnSpc>
                <a:spcPct val="115000"/>
              </a:lnSpc>
              <a:spcBef>
                <a:spcPts val="0"/>
              </a:spcBef>
              <a:spcAft>
                <a:spcPts val="0"/>
              </a:spcAft>
              <a:buSzPts val="4800"/>
              <a:buNone/>
              <a:defRPr sz="4800"/>
            </a:lvl7pPr>
            <a:lvl8pPr lvl="7">
              <a:lnSpc>
                <a:spcPct val="115000"/>
              </a:lnSpc>
              <a:spcBef>
                <a:spcPts val="0"/>
              </a:spcBef>
              <a:spcAft>
                <a:spcPts val="0"/>
              </a:spcAft>
              <a:buSzPts val="4800"/>
              <a:buNone/>
              <a:defRPr sz="4800"/>
            </a:lvl8pPr>
            <a:lvl9pPr lvl="8">
              <a:lnSpc>
                <a:spcPct val="115000"/>
              </a:lnSpc>
              <a:spcBef>
                <a:spcPts val="0"/>
              </a:spcBef>
              <a:spcAft>
                <a:spcPts val="0"/>
              </a:spcAft>
              <a:buSzPts val="4800"/>
              <a:buNone/>
              <a:defRPr sz="480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807"/>
        <p:cNvGrpSpPr/>
        <p:nvPr/>
      </p:nvGrpSpPr>
      <p:grpSpPr>
        <a:xfrm>
          <a:off x="0" y="0"/>
          <a:ext cx="0" cy="0"/>
          <a:chOff x="0" y="0"/>
          <a:chExt cx="0" cy="0"/>
        </a:xfrm>
      </p:grpSpPr>
      <p:grpSp>
        <p:nvGrpSpPr>
          <p:cNvPr id="5808" name="Google Shape;5808;p9"/>
          <p:cNvGrpSpPr/>
          <p:nvPr/>
        </p:nvGrpSpPr>
        <p:grpSpPr>
          <a:xfrm>
            <a:off x="38150" y="35427"/>
            <a:ext cx="9067465" cy="5072518"/>
            <a:chOff x="0" y="-63776"/>
            <a:chExt cx="9309513" cy="5207389"/>
          </a:xfrm>
        </p:grpSpPr>
        <p:sp>
          <p:nvSpPr>
            <p:cNvPr id="5809" name="Google Shape;5809;p9"/>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9"/>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9"/>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9"/>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9"/>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9"/>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9"/>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9"/>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9"/>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9"/>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9"/>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9"/>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9"/>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9"/>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9"/>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9"/>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9"/>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9"/>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9"/>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9"/>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9"/>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9"/>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9"/>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9"/>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9"/>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9"/>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9"/>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9"/>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9"/>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9"/>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9"/>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9"/>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9"/>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9"/>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9"/>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9"/>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9"/>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9"/>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9"/>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9"/>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9"/>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9"/>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9"/>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9"/>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9"/>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9"/>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9"/>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9"/>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9"/>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9"/>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9"/>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9"/>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9"/>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9"/>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9"/>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9"/>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9"/>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9"/>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9"/>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9"/>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9"/>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9"/>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9"/>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9"/>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9"/>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9"/>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9"/>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9"/>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9"/>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9"/>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9"/>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9"/>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9"/>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9"/>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9"/>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9"/>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9"/>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9"/>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9"/>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9"/>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9"/>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9"/>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9"/>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9"/>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9"/>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9"/>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9"/>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9"/>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9"/>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9"/>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9"/>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9"/>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9"/>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9"/>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9"/>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9"/>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9"/>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9"/>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9"/>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9"/>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9"/>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9"/>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9"/>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9"/>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9"/>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9"/>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9"/>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9"/>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9"/>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9"/>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9"/>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9"/>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9"/>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9"/>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9"/>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9"/>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9"/>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9"/>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9"/>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9"/>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9"/>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9"/>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9"/>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9"/>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9"/>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9"/>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9"/>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9"/>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9"/>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9"/>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9"/>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9"/>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9"/>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9"/>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9"/>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9"/>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9"/>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9"/>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9"/>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9"/>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9"/>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9"/>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9"/>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9"/>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9"/>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9"/>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9"/>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9"/>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9"/>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9"/>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9"/>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9"/>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9"/>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9"/>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9"/>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9"/>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9"/>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9"/>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9"/>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9"/>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9"/>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9"/>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9"/>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9"/>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9"/>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9"/>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9"/>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9"/>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9"/>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9"/>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9"/>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9"/>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9"/>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9"/>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9"/>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9"/>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9"/>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9"/>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9"/>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9"/>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9"/>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9"/>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9"/>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9"/>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9"/>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9"/>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9"/>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9"/>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9"/>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9"/>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9"/>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9"/>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9"/>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9"/>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9"/>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9"/>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9"/>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9"/>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9"/>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9"/>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9"/>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9"/>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9"/>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9"/>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9"/>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9"/>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9"/>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9"/>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9"/>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9"/>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9"/>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9"/>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9"/>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9"/>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9"/>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9"/>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9"/>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9"/>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9"/>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9"/>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9"/>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9"/>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9"/>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9"/>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9"/>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9"/>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9"/>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9"/>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9"/>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9"/>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9"/>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9"/>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9"/>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9"/>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9"/>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9"/>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9"/>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9"/>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9"/>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9"/>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9"/>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9"/>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9"/>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9"/>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9"/>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9"/>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9"/>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9"/>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9"/>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9"/>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9"/>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9"/>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9"/>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9"/>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9"/>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9"/>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9"/>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9"/>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9"/>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9"/>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9"/>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9"/>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9"/>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9"/>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9"/>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9"/>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9"/>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9"/>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9"/>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9"/>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9"/>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9"/>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9"/>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9"/>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9"/>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9"/>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9"/>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8" name="Google Shape;6628;p9"/>
          <p:cNvGrpSpPr/>
          <p:nvPr/>
        </p:nvGrpSpPr>
        <p:grpSpPr>
          <a:xfrm>
            <a:off x="235650" y="204150"/>
            <a:ext cx="8683925" cy="4735200"/>
            <a:chOff x="235650" y="204150"/>
            <a:chExt cx="8683925" cy="4735200"/>
          </a:xfrm>
        </p:grpSpPr>
        <p:sp>
          <p:nvSpPr>
            <p:cNvPr id="6629" name="Google Shape;6629;p9"/>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30" name="Google Shape;6630;p9"/>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6631" name="Google Shape;6631;p9"/>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4" name="Google Shape;6634;p9"/>
          <p:cNvSpPr txBox="1">
            <a:spLocks noGrp="1"/>
          </p:cNvSpPr>
          <p:nvPr>
            <p:ph type="title"/>
          </p:nvPr>
        </p:nvSpPr>
        <p:spPr>
          <a:xfrm>
            <a:off x="2011450" y="1480288"/>
            <a:ext cx="4872900" cy="1002300"/>
          </a:xfrm>
          <a:prstGeom prst="rect">
            <a:avLst/>
          </a:prstGeom>
          <a:ln>
            <a:noFill/>
          </a:ln>
        </p:spPr>
        <p:txBody>
          <a:bodyPr spcFirstLastPara="1" wrap="square" lIns="91425" tIns="91425" rIns="91425" bIns="91425" anchor="b" anchorCtr="0">
            <a:noAutofit/>
          </a:bodyPr>
          <a:lstStyle>
            <a:lvl1pPr lvl="0" algn="l" rtl="0">
              <a:spcBef>
                <a:spcPts val="0"/>
              </a:spcBef>
              <a:spcAft>
                <a:spcPts val="0"/>
              </a:spcAft>
              <a:buSzPts val="3000"/>
              <a:buNone/>
              <a:defRPr sz="5000"/>
            </a:lvl1pPr>
            <a:lvl2pPr lvl="1" algn="ctr" rtl="0">
              <a:lnSpc>
                <a:spcPct val="115000"/>
              </a:lnSpc>
              <a:spcBef>
                <a:spcPts val="0"/>
              </a:spcBef>
              <a:spcAft>
                <a:spcPts val="0"/>
              </a:spcAft>
              <a:buSzPts val="3000"/>
              <a:buNone/>
              <a:defRPr/>
            </a:lvl2pPr>
            <a:lvl3pPr lvl="2" algn="ctr" rtl="0">
              <a:lnSpc>
                <a:spcPct val="115000"/>
              </a:lnSpc>
              <a:spcBef>
                <a:spcPts val="0"/>
              </a:spcBef>
              <a:spcAft>
                <a:spcPts val="0"/>
              </a:spcAft>
              <a:buSzPts val="3000"/>
              <a:buNone/>
              <a:defRPr/>
            </a:lvl3pPr>
            <a:lvl4pPr lvl="3" algn="ctr" rtl="0">
              <a:lnSpc>
                <a:spcPct val="115000"/>
              </a:lnSpc>
              <a:spcBef>
                <a:spcPts val="0"/>
              </a:spcBef>
              <a:spcAft>
                <a:spcPts val="0"/>
              </a:spcAft>
              <a:buSzPts val="3000"/>
              <a:buNone/>
              <a:defRPr/>
            </a:lvl4pPr>
            <a:lvl5pPr lvl="4" algn="ctr" rtl="0">
              <a:lnSpc>
                <a:spcPct val="115000"/>
              </a:lnSpc>
              <a:spcBef>
                <a:spcPts val="0"/>
              </a:spcBef>
              <a:spcAft>
                <a:spcPts val="0"/>
              </a:spcAft>
              <a:buSzPts val="3000"/>
              <a:buNone/>
              <a:defRPr/>
            </a:lvl5pPr>
            <a:lvl6pPr lvl="5" algn="ctr" rtl="0">
              <a:lnSpc>
                <a:spcPct val="115000"/>
              </a:lnSpc>
              <a:spcBef>
                <a:spcPts val="0"/>
              </a:spcBef>
              <a:spcAft>
                <a:spcPts val="0"/>
              </a:spcAft>
              <a:buSzPts val="3000"/>
              <a:buNone/>
              <a:defRPr/>
            </a:lvl6pPr>
            <a:lvl7pPr lvl="6" algn="ctr" rtl="0">
              <a:lnSpc>
                <a:spcPct val="115000"/>
              </a:lnSpc>
              <a:spcBef>
                <a:spcPts val="0"/>
              </a:spcBef>
              <a:spcAft>
                <a:spcPts val="0"/>
              </a:spcAft>
              <a:buSzPts val="3000"/>
              <a:buNone/>
              <a:defRPr/>
            </a:lvl7pPr>
            <a:lvl8pPr lvl="7" algn="ctr" rtl="0">
              <a:lnSpc>
                <a:spcPct val="115000"/>
              </a:lnSpc>
              <a:spcBef>
                <a:spcPts val="0"/>
              </a:spcBef>
              <a:spcAft>
                <a:spcPts val="0"/>
              </a:spcAft>
              <a:buSzPts val="3000"/>
              <a:buNone/>
              <a:defRPr/>
            </a:lvl8pPr>
            <a:lvl9pPr lvl="8" algn="ctr" rtl="0">
              <a:lnSpc>
                <a:spcPct val="115000"/>
              </a:lnSpc>
              <a:spcBef>
                <a:spcPts val="0"/>
              </a:spcBef>
              <a:spcAft>
                <a:spcPts val="0"/>
              </a:spcAft>
              <a:buSzPts val="3000"/>
              <a:buNone/>
              <a:defRPr/>
            </a:lvl9pPr>
          </a:lstStyle>
          <a:p>
            <a:endParaRPr/>
          </a:p>
        </p:txBody>
      </p:sp>
      <p:sp>
        <p:nvSpPr>
          <p:cNvPr id="6635" name="Google Shape;6635;p9"/>
          <p:cNvSpPr txBox="1">
            <a:spLocks noGrp="1"/>
          </p:cNvSpPr>
          <p:nvPr>
            <p:ph type="subTitle" idx="1"/>
          </p:nvPr>
        </p:nvSpPr>
        <p:spPr>
          <a:xfrm>
            <a:off x="2011450" y="2406213"/>
            <a:ext cx="4872900" cy="12570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644"/>
        <p:cNvGrpSpPr/>
        <p:nvPr/>
      </p:nvGrpSpPr>
      <p:grpSpPr>
        <a:xfrm>
          <a:off x="0" y="0"/>
          <a:ext cx="0" cy="0"/>
          <a:chOff x="0" y="0"/>
          <a:chExt cx="0" cy="0"/>
        </a:xfrm>
      </p:grpSpPr>
      <p:grpSp>
        <p:nvGrpSpPr>
          <p:cNvPr id="6645" name="Google Shape;6645;p11"/>
          <p:cNvGrpSpPr/>
          <p:nvPr/>
        </p:nvGrpSpPr>
        <p:grpSpPr>
          <a:xfrm>
            <a:off x="38150" y="35427"/>
            <a:ext cx="9067465" cy="5072518"/>
            <a:chOff x="0" y="-63776"/>
            <a:chExt cx="9309513" cy="5207389"/>
          </a:xfrm>
        </p:grpSpPr>
        <p:sp>
          <p:nvSpPr>
            <p:cNvPr id="6646" name="Google Shape;6646;p11"/>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1"/>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1"/>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1"/>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1"/>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1"/>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1"/>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1"/>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1"/>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1"/>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1"/>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1"/>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1"/>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1"/>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1"/>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1"/>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1"/>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1"/>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1"/>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1"/>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1"/>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1"/>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1"/>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1"/>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1"/>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1"/>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1"/>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1"/>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1"/>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11"/>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11"/>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1"/>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1"/>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1"/>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1"/>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11"/>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1"/>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1"/>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11"/>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11"/>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1"/>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11"/>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11"/>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1"/>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11"/>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11"/>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1"/>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11"/>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11"/>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1"/>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1"/>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1"/>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1"/>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1"/>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1"/>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1"/>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1"/>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1"/>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1"/>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1"/>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1"/>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1"/>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11"/>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1"/>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1"/>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11"/>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1"/>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11"/>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11"/>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1"/>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1"/>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11"/>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1"/>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11"/>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11"/>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11"/>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11"/>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11"/>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11"/>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11"/>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11"/>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11"/>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11"/>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11"/>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11"/>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11"/>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11"/>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1"/>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1"/>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11"/>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11"/>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11"/>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11"/>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11"/>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11"/>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11"/>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1"/>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11"/>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11"/>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1"/>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11"/>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11"/>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1"/>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11"/>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11"/>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1"/>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11"/>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11"/>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11"/>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11"/>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11"/>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11"/>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11"/>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11"/>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11"/>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11"/>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11"/>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11"/>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11"/>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11"/>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1"/>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11"/>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11"/>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11"/>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11"/>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11"/>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11"/>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11"/>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11"/>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11"/>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11"/>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11"/>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11"/>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11"/>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11"/>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11"/>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11"/>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11"/>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11"/>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11"/>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11"/>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11"/>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11"/>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11"/>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11"/>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11"/>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11"/>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11"/>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11"/>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11"/>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11"/>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11"/>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11"/>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11"/>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11"/>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11"/>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11"/>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11"/>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11"/>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11"/>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11"/>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11"/>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11"/>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11"/>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11"/>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11"/>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11"/>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11"/>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11"/>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11"/>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11"/>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11"/>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11"/>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11"/>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11"/>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11"/>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11"/>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11"/>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11"/>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11"/>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11"/>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11"/>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11"/>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11"/>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11"/>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11"/>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11"/>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11"/>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11"/>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11"/>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11"/>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11"/>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11"/>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11"/>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11"/>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11"/>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11"/>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11"/>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11"/>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11"/>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11"/>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11"/>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11"/>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11"/>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11"/>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11"/>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11"/>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11"/>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11"/>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11"/>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11"/>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11"/>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11"/>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11"/>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1"/>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11"/>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1"/>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1"/>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1"/>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11"/>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11"/>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1"/>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1"/>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11"/>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11"/>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1"/>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1"/>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1"/>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11"/>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11"/>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1"/>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1"/>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11"/>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11"/>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11"/>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11"/>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1"/>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11"/>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11"/>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11"/>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11"/>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11"/>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11"/>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1"/>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1"/>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1"/>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1"/>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1"/>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11"/>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1"/>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1"/>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1"/>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1"/>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11"/>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1"/>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1"/>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1"/>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1"/>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1"/>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1"/>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11"/>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11"/>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1"/>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1"/>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11"/>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11"/>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1"/>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1"/>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1"/>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11"/>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11"/>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1"/>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1"/>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1"/>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1"/>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11"/>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11"/>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11"/>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11"/>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11"/>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11"/>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1"/>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11"/>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11"/>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1"/>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1"/>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11"/>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1"/>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1"/>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11"/>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1"/>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1"/>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1"/>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1"/>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1"/>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1"/>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11"/>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1"/>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1"/>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11"/>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11"/>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11"/>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11"/>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11"/>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1"/>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1"/>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1"/>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1"/>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11"/>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11"/>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11"/>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1"/>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1"/>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11"/>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1"/>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1"/>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11"/>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11"/>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11"/>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11"/>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1"/>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11"/>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11"/>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1"/>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11"/>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11"/>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1"/>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1"/>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1"/>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1"/>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11"/>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1"/>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1"/>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1"/>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11"/>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11"/>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11"/>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11"/>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11"/>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1"/>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1"/>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11"/>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11"/>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11"/>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11"/>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11"/>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11"/>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11"/>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11"/>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11"/>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11"/>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11"/>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1"/>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1"/>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11"/>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1"/>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11"/>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11"/>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11"/>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11"/>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11"/>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11"/>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11"/>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11"/>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1"/>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1"/>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11"/>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11"/>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1"/>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1"/>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11"/>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11"/>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1"/>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1"/>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1"/>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1"/>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11"/>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11"/>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1"/>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1"/>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1"/>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1"/>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1"/>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11"/>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1"/>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1"/>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1"/>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1"/>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1"/>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1"/>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11"/>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11"/>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1"/>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1"/>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11"/>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11"/>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11"/>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11"/>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1"/>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1"/>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11"/>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1"/>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1"/>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1"/>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1"/>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11"/>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1"/>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1"/>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11"/>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1"/>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1"/>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1"/>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1"/>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1"/>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11"/>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1"/>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1"/>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1"/>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1"/>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1"/>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1"/>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1"/>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1"/>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1"/>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1"/>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1"/>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1"/>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1"/>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1"/>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1"/>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1"/>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1"/>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1"/>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1"/>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1"/>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1"/>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1"/>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1"/>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1"/>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11"/>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11"/>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1"/>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1"/>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1"/>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1"/>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1"/>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1"/>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1"/>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1"/>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1"/>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1"/>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1"/>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1"/>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1"/>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1"/>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1"/>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1"/>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1"/>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1"/>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1"/>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1"/>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1"/>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1"/>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1"/>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1"/>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1"/>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1"/>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1"/>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1"/>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1"/>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1"/>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1"/>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1"/>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1"/>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1"/>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1"/>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1"/>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11"/>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1"/>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1"/>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11"/>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1"/>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11"/>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1"/>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1"/>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1"/>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1"/>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11"/>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1"/>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11"/>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1"/>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1"/>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11"/>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1"/>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1"/>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1"/>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11"/>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1"/>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1"/>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1"/>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1"/>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1"/>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11"/>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1"/>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1"/>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1"/>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1"/>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1"/>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1"/>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1"/>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1"/>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1"/>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1"/>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1"/>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1"/>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1"/>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1"/>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1"/>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1"/>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1"/>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1"/>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1"/>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1"/>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11"/>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11"/>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11"/>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1"/>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1"/>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11"/>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11"/>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1"/>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1"/>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11"/>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1"/>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1"/>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1"/>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1"/>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1"/>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1"/>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1"/>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1"/>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1"/>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1"/>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1"/>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1"/>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1"/>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1"/>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1"/>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1"/>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1"/>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1"/>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1"/>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1"/>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1"/>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1"/>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1"/>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1"/>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1"/>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1"/>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1"/>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1"/>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1"/>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11"/>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1"/>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1"/>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1"/>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1"/>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11"/>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11"/>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1"/>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1"/>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1"/>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1"/>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1"/>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1"/>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1"/>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11"/>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11"/>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1"/>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1"/>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1"/>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1"/>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1"/>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1"/>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1"/>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11"/>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11"/>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1"/>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1"/>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11"/>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11"/>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1"/>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11"/>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1"/>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11"/>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11"/>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1"/>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11"/>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11"/>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1"/>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1"/>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1"/>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1"/>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1"/>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11"/>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1"/>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1"/>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11"/>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1"/>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1"/>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11"/>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1"/>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1"/>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1"/>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1"/>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1"/>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1"/>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1"/>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1"/>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1"/>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1"/>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1"/>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1"/>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1"/>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1"/>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1"/>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1"/>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1"/>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1"/>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1"/>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11"/>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11"/>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1"/>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11"/>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11"/>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1"/>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1"/>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1"/>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1"/>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1"/>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1"/>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1"/>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11"/>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1"/>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1"/>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11"/>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1"/>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1"/>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1"/>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1"/>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1"/>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1"/>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1"/>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1"/>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1"/>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1"/>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1"/>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11"/>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1"/>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1"/>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1"/>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1"/>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1"/>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1"/>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1"/>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1"/>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1"/>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1"/>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1"/>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1"/>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1"/>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1"/>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1"/>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1"/>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1"/>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1"/>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1"/>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1"/>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1"/>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1"/>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1"/>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1"/>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1"/>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1"/>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1"/>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1"/>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1"/>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1"/>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1"/>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1"/>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1"/>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1"/>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1"/>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1"/>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1"/>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1"/>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1"/>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1"/>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1"/>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1"/>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1"/>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1"/>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1"/>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1"/>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1"/>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11"/>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1"/>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1"/>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1"/>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1"/>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1"/>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1"/>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1"/>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1"/>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1"/>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1"/>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1"/>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1"/>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1"/>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1"/>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1"/>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1"/>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1"/>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1"/>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1"/>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1"/>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11"/>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1"/>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1"/>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11"/>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11"/>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1"/>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11"/>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1"/>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1"/>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11"/>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11"/>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1"/>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1"/>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11"/>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1"/>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1"/>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1"/>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1"/>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1"/>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1"/>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1"/>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11"/>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11"/>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1"/>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11"/>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1"/>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1"/>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1"/>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1"/>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1"/>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1"/>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1"/>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1"/>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11"/>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1"/>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1"/>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1"/>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1"/>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1"/>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1"/>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1"/>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11"/>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1"/>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1"/>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11"/>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1"/>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1"/>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1"/>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1"/>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1"/>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11"/>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1"/>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1"/>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1"/>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1"/>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1"/>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1"/>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1"/>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1"/>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11"/>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1"/>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1"/>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11"/>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1"/>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1"/>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1"/>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1"/>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1"/>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1"/>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1"/>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1"/>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1"/>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1"/>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1"/>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1"/>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1"/>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1"/>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1"/>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1"/>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1"/>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1"/>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1"/>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1"/>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1"/>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1"/>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1"/>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1"/>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1"/>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1"/>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1"/>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1"/>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1"/>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1"/>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5" name="Google Shape;7465;p11"/>
          <p:cNvGrpSpPr/>
          <p:nvPr/>
        </p:nvGrpSpPr>
        <p:grpSpPr>
          <a:xfrm>
            <a:off x="235650" y="204150"/>
            <a:ext cx="8683925" cy="4735200"/>
            <a:chOff x="235650" y="204150"/>
            <a:chExt cx="8683925" cy="4735200"/>
          </a:xfrm>
        </p:grpSpPr>
        <p:sp>
          <p:nvSpPr>
            <p:cNvPr id="7466" name="Google Shape;7466;p11"/>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67" name="Google Shape;7467;p11"/>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7468" name="Google Shape;7468;p11"/>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11"/>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1"/>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71" name="Google Shape;7471;p11"/>
          <p:cNvSpPr txBox="1">
            <a:spLocks noGrp="1"/>
          </p:cNvSpPr>
          <p:nvPr>
            <p:ph type="title" hasCustomPrompt="1"/>
          </p:nvPr>
        </p:nvSpPr>
        <p:spPr>
          <a:xfrm>
            <a:off x="1629450" y="1437325"/>
            <a:ext cx="5885100" cy="1837500"/>
          </a:xfrm>
          <a:prstGeom prst="rect">
            <a:avLst/>
          </a:prstGeom>
        </p:spPr>
        <p:txBody>
          <a:bodyPr spcFirstLastPara="1" wrap="square" lIns="91425" tIns="91425" rIns="91425" bIns="91425" anchor="ctr" anchorCtr="0">
            <a:noAutofit/>
          </a:bodyPr>
          <a:lstStyle>
            <a:lvl1pPr lvl="0" algn="ctr">
              <a:lnSpc>
                <a:spcPct val="115000"/>
              </a:lnSpc>
              <a:spcBef>
                <a:spcPts val="0"/>
              </a:spcBef>
              <a:spcAft>
                <a:spcPts val="0"/>
              </a:spcAft>
              <a:buSzPts val="9600"/>
              <a:buNone/>
              <a:defRPr sz="9600"/>
            </a:lvl1pPr>
            <a:lvl2pPr lvl="1" algn="ctr">
              <a:lnSpc>
                <a:spcPct val="115000"/>
              </a:lnSpc>
              <a:spcBef>
                <a:spcPts val="0"/>
              </a:spcBef>
              <a:spcAft>
                <a:spcPts val="0"/>
              </a:spcAft>
              <a:buSzPts val="9600"/>
              <a:buNone/>
              <a:defRPr sz="9600"/>
            </a:lvl2pPr>
            <a:lvl3pPr lvl="2" algn="ctr">
              <a:lnSpc>
                <a:spcPct val="115000"/>
              </a:lnSpc>
              <a:spcBef>
                <a:spcPts val="0"/>
              </a:spcBef>
              <a:spcAft>
                <a:spcPts val="0"/>
              </a:spcAft>
              <a:buSzPts val="9600"/>
              <a:buNone/>
              <a:defRPr sz="9600"/>
            </a:lvl3pPr>
            <a:lvl4pPr lvl="3" algn="ctr">
              <a:lnSpc>
                <a:spcPct val="115000"/>
              </a:lnSpc>
              <a:spcBef>
                <a:spcPts val="0"/>
              </a:spcBef>
              <a:spcAft>
                <a:spcPts val="0"/>
              </a:spcAft>
              <a:buSzPts val="9600"/>
              <a:buNone/>
              <a:defRPr sz="9600"/>
            </a:lvl4pPr>
            <a:lvl5pPr lvl="4" algn="ctr">
              <a:lnSpc>
                <a:spcPct val="115000"/>
              </a:lnSpc>
              <a:spcBef>
                <a:spcPts val="0"/>
              </a:spcBef>
              <a:spcAft>
                <a:spcPts val="0"/>
              </a:spcAft>
              <a:buSzPts val="9600"/>
              <a:buNone/>
              <a:defRPr sz="9600"/>
            </a:lvl5pPr>
            <a:lvl6pPr lvl="5" algn="ctr">
              <a:lnSpc>
                <a:spcPct val="115000"/>
              </a:lnSpc>
              <a:spcBef>
                <a:spcPts val="0"/>
              </a:spcBef>
              <a:spcAft>
                <a:spcPts val="0"/>
              </a:spcAft>
              <a:buSzPts val="9600"/>
              <a:buNone/>
              <a:defRPr sz="9600"/>
            </a:lvl6pPr>
            <a:lvl7pPr lvl="6" algn="ctr">
              <a:lnSpc>
                <a:spcPct val="115000"/>
              </a:lnSpc>
              <a:spcBef>
                <a:spcPts val="0"/>
              </a:spcBef>
              <a:spcAft>
                <a:spcPts val="0"/>
              </a:spcAft>
              <a:buSzPts val="9600"/>
              <a:buNone/>
              <a:defRPr sz="9600"/>
            </a:lvl7pPr>
            <a:lvl8pPr lvl="7" algn="ctr">
              <a:lnSpc>
                <a:spcPct val="115000"/>
              </a:lnSpc>
              <a:spcBef>
                <a:spcPts val="0"/>
              </a:spcBef>
              <a:spcAft>
                <a:spcPts val="0"/>
              </a:spcAft>
              <a:buSzPts val="9600"/>
              <a:buNone/>
              <a:defRPr sz="9600"/>
            </a:lvl8pPr>
            <a:lvl9pPr lvl="8" algn="ctr">
              <a:lnSpc>
                <a:spcPct val="115000"/>
              </a:lnSpc>
              <a:spcBef>
                <a:spcPts val="0"/>
              </a:spcBef>
              <a:spcAft>
                <a:spcPts val="0"/>
              </a:spcAft>
              <a:buSzPts val="9600"/>
              <a:buNone/>
              <a:defRPr sz="9600"/>
            </a:lvl9pPr>
          </a:lstStyle>
          <a:p>
            <a:r>
              <a:t>xx%</a:t>
            </a:r>
          </a:p>
        </p:txBody>
      </p:sp>
      <p:sp>
        <p:nvSpPr>
          <p:cNvPr id="7472" name="Google Shape;7472;p11"/>
          <p:cNvSpPr txBox="1">
            <a:spLocks noGrp="1"/>
          </p:cNvSpPr>
          <p:nvPr>
            <p:ph type="subTitle" idx="1"/>
          </p:nvPr>
        </p:nvSpPr>
        <p:spPr>
          <a:xfrm>
            <a:off x="1629450" y="3275075"/>
            <a:ext cx="5885100" cy="4311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1600"/>
              <a:buNone/>
              <a:defRPr/>
            </a:lvl1pPr>
            <a:lvl2pPr lvl="1" algn="ctr" rtl="0">
              <a:lnSpc>
                <a:spcPct val="115000"/>
              </a:lnSpc>
              <a:spcBef>
                <a:spcPts val="0"/>
              </a:spcBef>
              <a:spcAft>
                <a:spcPts val="0"/>
              </a:spcAft>
              <a:buSzPts val="1600"/>
              <a:buNone/>
              <a:defRPr sz="1600"/>
            </a:lvl2pPr>
            <a:lvl3pPr lvl="2" algn="ctr" rtl="0">
              <a:lnSpc>
                <a:spcPct val="115000"/>
              </a:lnSpc>
              <a:spcBef>
                <a:spcPts val="0"/>
              </a:spcBef>
              <a:spcAft>
                <a:spcPts val="0"/>
              </a:spcAft>
              <a:buSzPts val="1600"/>
              <a:buNone/>
              <a:defRPr sz="1600"/>
            </a:lvl3pPr>
            <a:lvl4pPr lvl="3" algn="ctr" rtl="0">
              <a:lnSpc>
                <a:spcPct val="115000"/>
              </a:lnSpc>
              <a:spcBef>
                <a:spcPts val="0"/>
              </a:spcBef>
              <a:spcAft>
                <a:spcPts val="0"/>
              </a:spcAft>
              <a:buSzPts val="1600"/>
              <a:buNone/>
              <a:defRPr sz="1600"/>
            </a:lvl4pPr>
            <a:lvl5pPr lvl="4" algn="ctr" rtl="0">
              <a:lnSpc>
                <a:spcPct val="115000"/>
              </a:lnSpc>
              <a:spcBef>
                <a:spcPts val="0"/>
              </a:spcBef>
              <a:spcAft>
                <a:spcPts val="0"/>
              </a:spcAft>
              <a:buSzPts val="1600"/>
              <a:buNone/>
              <a:defRPr sz="1600"/>
            </a:lvl5pPr>
            <a:lvl6pPr lvl="5" algn="ctr" rtl="0">
              <a:lnSpc>
                <a:spcPct val="115000"/>
              </a:lnSpc>
              <a:spcBef>
                <a:spcPts val="0"/>
              </a:spcBef>
              <a:spcAft>
                <a:spcPts val="0"/>
              </a:spcAft>
              <a:buSzPts val="1600"/>
              <a:buNone/>
              <a:defRPr sz="1600"/>
            </a:lvl6pPr>
            <a:lvl7pPr lvl="6" algn="ctr" rtl="0">
              <a:lnSpc>
                <a:spcPct val="115000"/>
              </a:lnSpc>
              <a:spcBef>
                <a:spcPts val="0"/>
              </a:spcBef>
              <a:spcAft>
                <a:spcPts val="0"/>
              </a:spcAft>
              <a:buSzPts val="1600"/>
              <a:buNone/>
              <a:defRPr sz="1600"/>
            </a:lvl7pPr>
            <a:lvl8pPr lvl="7" algn="ctr" rtl="0">
              <a:lnSpc>
                <a:spcPct val="115000"/>
              </a:lnSpc>
              <a:spcBef>
                <a:spcPts val="0"/>
              </a:spcBef>
              <a:spcAft>
                <a:spcPts val="0"/>
              </a:spcAft>
              <a:buSzPts val="1600"/>
              <a:buNone/>
              <a:defRPr sz="1600"/>
            </a:lvl8pPr>
            <a:lvl9pPr lvl="8" algn="ctr" rtl="0">
              <a:lnSpc>
                <a:spcPct val="115000"/>
              </a:lnSpc>
              <a:spcBef>
                <a:spcPts val="0"/>
              </a:spcBef>
              <a:spcAft>
                <a:spcPts val="0"/>
              </a:spcAft>
              <a:buSzPts val="1600"/>
              <a:buNone/>
              <a:defRPr sz="16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7473"/>
        <p:cNvGrpSpPr/>
        <p:nvPr/>
      </p:nvGrpSpPr>
      <p:grpSpPr>
        <a:xfrm>
          <a:off x="0" y="0"/>
          <a:ext cx="0" cy="0"/>
          <a:chOff x="0" y="0"/>
          <a:chExt cx="0" cy="0"/>
        </a:xfrm>
      </p:grpSpPr>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header 1">
  <p:cSld name="CUSTOM_11">
    <p:spTree>
      <p:nvGrpSpPr>
        <p:cNvPr id="1" name="Shape 8320"/>
        <p:cNvGrpSpPr/>
        <p:nvPr/>
      </p:nvGrpSpPr>
      <p:grpSpPr>
        <a:xfrm>
          <a:off x="0" y="0"/>
          <a:ext cx="0" cy="0"/>
          <a:chOff x="0" y="0"/>
          <a:chExt cx="0" cy="0"/>
        </a:xfrm>
      </p:grpSpPr>
      <p:grpSp>
        <p:nvGrpSpPr>
          <p:cNvPr id="8321" name="Google Shape;8321;p14"/>
          <p:cNvGrpSpPr/>
          <p:nvPr/>
        </p:nvGrpSpPr>
        <p:grpSpPr>
          <a:xfrm>
            <a:off x="38150" y="35427"/>
            <a:ext cx="9067465" cy="5072518"/>
            <a:chOff x="0" y="-63776"/>
            <a:chExt cx="9309513" cy="5207389"/>
          </a:xfrm>
        </p:grpSpPr>
        <p:sp>
          <p:nvSpPr>
            <p:cNvPr id="8322" name="Google Shape;8322;p14"/>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4"/>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4"/>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4"/>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4"/>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4"/>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4"/>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4"/>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4"/>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4"/>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4"/>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4"/>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4"/>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4"/>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4"/>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4"/>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4"/>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4"/>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4"/>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4"/>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4"/>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4"/>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4"/>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4"/>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4"/>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4"/>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4"/>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4"/>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4"/>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4"/>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4"/>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4"/>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4"/>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4"/>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4"/>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4"/>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4"/>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4"/>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4"/>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4"/>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4"/>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4"/>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4"/>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4"/>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4"/>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4"/>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4"/>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4"/>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4"/>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4"/>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4"/>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4"/>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4"/>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4"/>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4"/>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4"/>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4"/>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4"/>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4"/>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4"/>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4"/>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4"/>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4"/>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4"/>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4"/>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4"/>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4"/>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4"/>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4"/>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4"/>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4"/>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4"/>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4"/>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4"/>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4"/>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4"/>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4"/>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4"/>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4"/>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4"/>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4"/>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4"/>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4"/>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4"/>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4"/>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4"/>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4"/>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4"/>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4"/>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4"/>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4"/>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4"/>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4"/>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4"/>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4"/>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4"/>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4"/>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4"/>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4"/>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4"/>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4"/>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4"/>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4"/>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4"/>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4"/>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4"/>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4"/>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4"/>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4"/>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4"/>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4"/>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4"/>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4"/>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4"/>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4"/>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4"/>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4"/>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4"/>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4"/>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4"/>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4"/>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4"/>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4"/>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4"/>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4"/>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4"/>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4"/>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4"/>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4"/>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4"/>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4"/>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4"/>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4"/>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4"/>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4"/>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4"/>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4"/>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4"/>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4"/>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4"/>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4"/>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4"/>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4"/>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4"/>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4"/>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4"/>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4"/>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4"/>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4"/>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4"/>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4"/>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4"/>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4"/>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4"/>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4"/>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4"/>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4"/>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4"/>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4"/>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4"/>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4"/>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4"/>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4"/>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4"/>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4"/>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4"/>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4"/>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4"/>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4"/>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4"/>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4"/>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4"/>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4"/>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4"/>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4"/>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4"/>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4"/>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4"/>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4"/>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4"/>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4"/>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4"/>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4"/>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4"/>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4"/>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4"/>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4"/>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4"/>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4"/>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4"/>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4"/>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4"/>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4"/>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4"/>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4"/>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4"/>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4"/>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4"/>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4"/>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4"/>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4"/>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4"/>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4"/>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4"/>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4"/>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4"/>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4"/>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4"/>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4"/>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4"/>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14"/>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14"/>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4"/>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4"/>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4"/>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4"/>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4"/>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4"/>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4"/>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4"/>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4"/>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4"/>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4"/>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4"/>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4"/>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4"/>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4"/>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4"/>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4"/>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4"/>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4"/>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4"/>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4"/>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4"/>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4"/>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4"/>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4"/>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4"/>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14"/>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14"/>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4"/>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4"/>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4"/>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4"/>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4"/>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4"/>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4"/>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4"/>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4"/>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4"/>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4"/>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4"/>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4"/>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4"/>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4"/>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4"/>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4"/>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4"/>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4"/>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4"/>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4"/>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4"/>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4"/>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4"/>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4"/>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4"/>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4"/>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4"/>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4"/>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4"/>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4"/>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14"/>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4"/>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4"/>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4"/>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4"/>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4"/>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4"/>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4"/>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4"/>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4"/>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4"/>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4"/>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4"/>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4"/>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4"/>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4"/>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4"/>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4"/>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4"/>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4"/>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4"/>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4"/>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4"/>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4"/>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4"/>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4"/>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4"/>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4"/>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4"/>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4"/>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4"/>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4"/>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4"/>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4"/>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4"/>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4"/>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4"/>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4"/>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4"/>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4"/>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4"/>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4"/>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4"/>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4"/>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4"/>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4"/>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4"/>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4"/>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4"/>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4"/>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4"/>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4"/>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4"/>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4"/>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4"/>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4"/>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4"/>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4"/>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4"/>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4"/>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4"/>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4"/>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4"/>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4"/>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4"/>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4"/>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4"/>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4"/>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4"/>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4"/>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4"/>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4"/>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4"/>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4"/>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4"/>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4"/>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4"/>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4"/>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4"/>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4"/>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4"/>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4"/>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4"/>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4"/>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4"/>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4"/>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4"/>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4"/>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4"/>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4"/>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4"/>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4"/>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4"/>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4"/>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4"/>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4"/>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4"/>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4"/>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4"/>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4"/>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4"/>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4"/>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4"/>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4"/>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4"/>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4"/>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4"/>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4"/>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4"/>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4"/>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4"/>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4"/>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4"/>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4"/>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4"/>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4"/>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4"/>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4"/>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4"/>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4"/>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4"/>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4"/>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4"/>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4"/>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4"/>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4"/>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4"/>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4"/>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4"/>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4"/>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4"/>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4"/>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4"/>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4"/>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4"/>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4"/>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4"/>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4"/>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4"/>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4"/>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4"/>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4"/>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4"/>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4"/>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4"/>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4"/>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4"/>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4"/>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4"/>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4"/>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4"/>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4"/>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4"/>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4"/>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4"/>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4"/>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4"/>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4"/>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4"/>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4"/>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4"/>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4"/>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4"/>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4"/>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4"/>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4"/>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4"/>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4"/>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4"/>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4"/>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4"/>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4"/>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4"/>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4"/>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4"/>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4"/>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4"/>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4"/>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4"/>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4"/>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4"/>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4"/>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4"/>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4"/>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4"/>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4"/>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4"/>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4"/>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4"/>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4"/>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4"/>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4"/>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4"/>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4"/>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4"/>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4"/>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4"/>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4"/>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4"/>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4"/>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4"/>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4"/>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4"/>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4"/>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4"/>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4"/>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4"/>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4"/>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4"/>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4"/>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4"/>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4"/>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4"/>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4"/>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4"/>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4"/>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4"/>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4"/>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4"/>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4"/>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4"/>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4"/>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4"/>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4"/>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4"/>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4"/>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4"/>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4"/>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4"/>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4"/>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4"/>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4"/>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4"/>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4"/>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4"/>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4"/>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4"/>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4"/>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14"/>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4"/>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4"/>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4"/>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4"/>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4"/>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4"/>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4"/>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4"/>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4"/>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4"/>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4"/>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4"/>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4"/>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4"/>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4"/>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4"/>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4"/>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4"/>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4"/>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4"/>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4"/>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4"/>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4"/>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4"/>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4"/>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4"/>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4"/>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4"/>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4"/>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4"/>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4"/>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4"/>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4"/>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4"/>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4"/>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4"/>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4"/>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4"/>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4"/>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4"/>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4"/>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4"/>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4"/>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4"/>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4"/>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4"/>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4"/>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4"/>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4"/>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4"/>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4"/>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4"/>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4"/>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4"/>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4"/>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4"/>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4"/>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4"/>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4"/>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4"/>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4"/>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4"/>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4"/>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4"/>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4"/>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4"/>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4"/>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4"/>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4"/>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14"/>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4"/>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4"/>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4"/>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4"/>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4"/>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4"/>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4"/>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4"/>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4"/>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4"/>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4"/>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4"/>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4"/>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4"/>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4"/>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4"/>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4"/>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4"/>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4"/>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4"/>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4"/>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4"/>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4"/>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4"/>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4"/>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4"/>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4"/>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4"/>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4"/>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4"/>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4"/>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4"/>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4"/>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4"/>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4"/>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4"/>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4"/>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4"/>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4"/>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4"/>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4"/>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4"/>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4"/>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4"/>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4"/>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4"/>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4"/>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4"/>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4"/>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4"/>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4"/>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4"/>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4"/>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4"/>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4"/>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4"/>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4"/>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4"/>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4"/>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4"/>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4"/>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14"/>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4"/>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4"/>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14"/>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14"/>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14"/>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4"/>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4"/>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4"/>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4"/>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4"/>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4"/>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4"/>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4"/>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4"/>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4"/>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4"/>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4"/>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4"/>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4"/>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4"/>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4"/>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4"/>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4"/>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4"/>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4"/>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4"/>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4"/>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4"/>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4"/>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4"/>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4"/>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4"/>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4"/>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4"/>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4"/>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4"/>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4"/>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4"/>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4"/>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4"/>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4"/>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4"/>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4"/>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4"/>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4"/>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4"/>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4"/>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4"/>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4"/>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4"/>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4"/>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4"/>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4"/>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4"/>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4"/>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4"/>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4"/>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4"/>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4"/>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4"/>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4"/>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4"/>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14"/>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4"/>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4"/>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4"/>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4"/>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4"/>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4"/>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4"/>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4"/>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4"/>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4"/>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14"/>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4"/>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4"/>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4"/>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4"/>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4"/>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4"/>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4"/>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4"/>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4"/>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4"/>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4"/>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4"/>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4"/>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4"/>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4"/>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4"/>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4"/>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4"/>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4"/>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4"/>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4"/>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4"/>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4"/>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4"/>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4"/>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4"/>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4"/>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4"/>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4"/>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4"/>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4"/>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4"/>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4"/>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4"/>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4"/>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14"/>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4"/>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4"/>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4"/>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4"/>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4"/>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4"/>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4"/>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4"/>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4"/>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14"/>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14"/>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4"/>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4"/>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4"/>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4"/>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4"/>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4"/>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14"/>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14"/>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4"/>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4"/>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4"/>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4"/>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4"/>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4"/>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4"/>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4"/>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4"/>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4"/>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4"/>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4"/>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4"/>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4"/>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4"/>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4"/>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4"/>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4"/>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4"/>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4"/>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4"/>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4"/>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4"/>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4"/>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4"/>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4"/>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4"/>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4"/>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4"/>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4"/>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4"/>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14"/>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4"/>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4"/>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4"/>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4"/>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4"/>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4"/>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4"/>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4"/>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4"/>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4"/>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4"/>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4"/>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14"/>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4"/>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4"/>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4"/>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1" name="Google Shape;9141;p14"/>
          <p:cNvSpPr txBox="1">
            <a:spLocks noGrp="1"/>
          </p:cNvSpPr>
          <p:nvPr>
            <p:ph type="title"/>
          </p:nvPr>
        </p:nvSpPr>
        <p:spPr>
          <a:xfrm>
            <a:off x="5085975" y="2363275"/>
            <a:ext cx="3344700" cy="1152000"/>
          </a:xfrm>
          <a:prstGeom prst="rect">
            <a:avLst/>
          </a:prstGeom>
          <a:ln>
            <a:noFill/>
          </a:ln>
        </p:spPr>
        <p:txBody>
          <a:bodyPr spcFirstLastPara="1" wrap="square" lIns="91425" tIns="91425" rIns="91425" bIns="91425" anchor="b" anchorCtr="0">
            <a:noAutofit/>
          </a:bodyPr>
          <a:lstStyle>
            <a:lvl1pPr lvl="0" algn="r" rtl="0">
              <a:spcBef>
                <a:spcPts val="0"/>
              </a:spcBef>
              <a:spcAft>
                <a:spcPts val="0"/>
              </a:spcAft>
              <a:buSzPts val="3600"/>
              <a:buNone/>
              <a:defRPr sz="34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9142" name="Google Shape;9142;p14"/>
          <p:cNvSpPr txBox="1">
            <a:spLocks noGrp="1"/>
          </p:cNvSpPr>
          <p:nvPr>
            <p:ph type="title" idx="2" hasCustomPrompt="1"/>
          </p:nvPr>
        </p:nvSpPr>
        <p:spPr>
          <a:xfrm>
            <a:off x="7415122" y="1223000"/>
            <a:ext cx="900900" cy="8418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9143" name="Google Shape;9143;p14"/>
          <p:cNvSpPr txBox="1">
            <a:spLocks noGrp="1"/>
          </p:cNvSpPr>
          <p:nvPr>
            <p:ph type="subTitle" idx="1"/>
          </p:nvPr>
        </p:nvSpPr>
        <p:spPr>
          <a:xfrm>
            <a:off x="5085975" y="3441550"/>
            <a:ext cx="3344700" cy="642900"/>
          </a:xfrm>
          <a:prstGeom prst="rect">
            <a:avLst/>
          </a:prstGeom>
          <a:ln>
            <a:noFill/>
          </a:ln>
        </p:spPr>
        <p:txBody>
          <a:bodyPr spcFirstLastPara="1" wrap="square" lIns="91425" tIns="91425" rIns="91425" bIns="91425" anchor="t" anchorCtr="0">
            <a:noAutofit/>
          </a:bodyPr>
          <a:lstStyle>
            <a:lvl1pPr lvl="0" algn="r" rtl="0">
              <a:spcBef>
                <a:spcPts val="0"/>
              </a:spcBef>
              <a:spcAft>
                <a:spcPts val="0"/>
              </a:spcAft>
              <a:buSzPts val="1400"/>
              <a:buNone/>
              <a:defRPr sz="16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9144"/>
        <p:cNvGrpSpPr/>
        <p:nvPr/>
      </p:nvGrpSpPr>
      <p:grpSpPr>
        <a:xfrm>
          <a:off x="0" y="0"/>
          <a:ext cx="0" cy="0"/>
          <a:chOff x="0" y="0"/>
          <a:chExt cx="0" cy="0"/>
        </a:xfrm>
      </p:grpSpPr>
      <p:grpSp>
        <p:nvGrpSpPr>
          <p:cNvPr id="9145" name="Google Shape;9145;p15"/>
          <p:cNvGrpSpPr/>
          <p:nvPr/>
        </p:nvGrpSpPr>
        <p:grpSpPr>
          <a:xfrm>
            <a:off x="38150" y="35427"/>
            <a:ext cx="9067465" cy="5072518"/>
            <a:chOff x="0" y="-63776"/>
            <a:chExt cx="9309513" cy="5207389"/>
          </a:xfrm>
        </p:grpSpPr>
        <p:sp>
          <p:nvSpPr>
            <p:cNvPr id="9146" name="Google Shape;9146;p15"/>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5"/>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5"/>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5"/>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5"/>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5"/>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5"/>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15"/>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5"/>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5"/>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5"/>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5"/>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5"/>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5"/>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5"/>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5"/>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5"/>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5"/>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5"/>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5"/>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5"/>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5"/>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5"/>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5"/>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5"/>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5"/>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5"/>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5"/>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5"/>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5"/>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5"/>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5"/>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5"/>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15"/>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5"/>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5"/>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5"/>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5"/>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5"/>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15"/>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5"/>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5"/>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15"/>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5"/>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5"/>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5"/>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5"/>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15"/>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5"/>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5"/>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5"/>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5"/>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5"/>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5"/>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5"/>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5"/>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5"/>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5"/>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5"/>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5"/>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5"/>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5"/>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5"/>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5"/>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15"/>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5"/>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5"/>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5"/>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5"/>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5"/>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5"/>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5"/>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5"/>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5"/>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5"/>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5"/>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5"/>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5"/>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15"/>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5"/>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5"/>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5"/>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5"/>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5"/>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15"/>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5"/>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5"/>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5"/>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5"/>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5"/>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5"/>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5"/>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5"/>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5"/>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5"/>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5"/>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5"/>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5"/>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5"/>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5"/>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5"/>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5"/>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5"/>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5"/>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5"/>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5"/>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5"/>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5"/>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5"/>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5"/>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5"/>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5"/>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15"/>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5"/>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5"/>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15"/>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15"/>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5"/>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15"/>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15"/>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5"/>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15"/>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5"/>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5"/>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15"/>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5"/>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5"/>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15"/>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5"/>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5"/>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15"/>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5"/>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15"/>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5"/>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5"/>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15"/>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15"/>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5"/>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5"/>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5"/>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5"/>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5"/>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15"/>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15"/>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5"/>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5"/>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5"/>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15"/>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15"/>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5"/>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5"/>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5"/>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15"/>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15"/>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15"/>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5"/>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15"/>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5"/>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5"/>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15"/>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15"/>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15"/>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5"/>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5"/>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15"/>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15"/>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5"/>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5"/>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15"/>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5"/>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5"/>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5"/>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5"/>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15"/>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5"/>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5"/>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5"/>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5"/>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15"/>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5"/>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5"/>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15"/>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15"/>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5"/>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15"/>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15"/>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5"/>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5"/>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15"/>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5"/>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15"/>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15"/>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5"/>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15"/>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15"/>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5"/>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5"/>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5"/>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5"/>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15"/>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5"/>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5"/>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5"/>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5"/>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5"/>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5"/>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5"/>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5"/>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15"/>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5"/>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5"/>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15"/>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15"/>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5"/>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5"/>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5"/>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5"/>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5"/>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5"/>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5"/>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5"/>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5"/>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5"/>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5"/>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15"/>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5"/>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5"/>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5"/>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15"/>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5"/>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5"/>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5"/>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15"/>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15"/>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5"/>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5"/>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5"/>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5"/>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5"/>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5"/>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15"/>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15"/>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5"/>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15"/>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5"/>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5"/>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15"/>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5"/>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5"/>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5"/>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5"/>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5"/>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5"/>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5"/>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5"/>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15"/>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15"/>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5"/>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15"/>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5"/>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5"/>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5"/>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15"/>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5"/>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5"/>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5"/>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5"/>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5"/>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15"/>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5"/>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15"/>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15"/>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5"/>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15"/>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15"/>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5"/>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15"/>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15"/>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5"/>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15"/>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15"/>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5"/>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15"/>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5"/>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5"/>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15"/>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5"/>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5"/>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15"/>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5"/>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5"/>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15"/>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5"/>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5"/>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15"/>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15"/>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15"/>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15"/>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5"/>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5"/>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5"/>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15"/>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5"/>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5"/>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15"/>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5"/>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5"/>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5"/>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5"/>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15"/>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5"/>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5"/>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5"/>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5"/>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5"/>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5"/>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15"/>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5"/>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5"/>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5"/>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5"/>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5"/>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15"/>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15"/>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5"/>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5"/>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5"/>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5"/>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15"/>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5"/>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5"/>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15"/>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15"/>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15"/>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5"/>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5"/>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5"/>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5"/>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5"/>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15"/>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5"/>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5"/>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5"/>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5"/>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5"/>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5"/>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5"/>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5"/>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5"/>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5"/>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5"/>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5"/>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5"/>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5"/>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15"/>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5"/>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5"/>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15"/>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15"/>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5"/>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15"/>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5"/>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5"/>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15"/>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15"/>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5"/>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15"/>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15"/>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5"/>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5"/>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15"/>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5"/>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5"/>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15"/>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15"/>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15"/>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15"/>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5"/>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15"/>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15"/>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15"/>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15"/>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15"/>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5"/>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15"/>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15"/>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5"/>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15"/>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15"/>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5"/>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15"/>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15"/>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15"/>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15"/>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15"/>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15"/>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15"/>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15"/>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5"/>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15"/>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15"/>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15"/>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15"/>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5"/>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15"/>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15"/>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15"/>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15"/>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15"/>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15"/>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15"/>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15"/>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15"/>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15"/>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15"/>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15"/>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15"/>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15"/>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15"/>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15"/>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15"/>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15"/>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15"/>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15"/>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15"/>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15"/>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15"/>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15"/>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15"/>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15"/>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15"/>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15"/>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15"/>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15"/>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15"/>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15"/>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15"/>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15"/>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15"/>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15"/>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15"/>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15"/>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5"/>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15"/>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15"/>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15"/>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15"/>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15"/>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5"/>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15"/>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15"/>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15"/>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15"/>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15"/>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15"/>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15"/>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15"/>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15"/>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15"/>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15"/>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15"/>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15"/>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15"/>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15"/>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15"/>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15"/>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15"/>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15"/>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15"/>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15"/>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15"/>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15"/>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5"/>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15"/>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15"/>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15"/>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15"/>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15"/>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15"/>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15"/>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15"/>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15"/>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15"/>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15"/>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15"/>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15"/>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15"/>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15"/>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15"/>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15"/>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15"/>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15"/>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15"/>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15"/>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15"/>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15"/>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15"/>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5"/>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15"/>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15"/>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15"/>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15"/>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15"/>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15"/>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15"/>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15"/>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15"/>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15"/>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5"/>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15"/>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15"/>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5"/>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5"/>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15"/>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5"/>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5"/>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15"/>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15"/>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5"/>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15"/>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15"/>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15"/>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15"/>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5"/>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5"/>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15"/>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15"/>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5"/>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15"/>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15"/>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15"/>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15"/>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5"/>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15"/>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15"/>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5"/>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5"/>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15"/>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5"/>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5"/>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15"/>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15"/>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5"/>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15"/>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15"/>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15"/>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15"/>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15"/>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15"/>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15"/>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15"/>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15"/>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15"/>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15"/>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15"/>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15"/>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5"/>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5"/>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15"/>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15"/>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15"/>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15"/>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5"/>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15"/>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15"/>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15"/>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15"/>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15"/>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5"/>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15"/>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15"/>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5"/>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15"/>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15"/>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5"/>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5"/>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15"/>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5"/>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5"/>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5"/>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5"/>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15"/>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15"/>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5"/>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5"/>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15"/>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15"/>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15"/>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5"/>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5"/>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5"/>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5"/>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15"/>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15"/>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5"/>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5"/>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5"/>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5"/>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5"/>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15"/>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5"/>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5"/>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5"/>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5"/>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5"/>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15"/>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15"/>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15"/>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5"/>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5"/>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15"/>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5"/>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15"/>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15"/>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5"/>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5"/>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15"/>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15"/>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15"/>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15"/>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5"/>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15"/>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15"/>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15"/>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15"/>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5"/>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5"/>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5"/>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15"/>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5"/>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15"/>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15"/>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5"/>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15"/>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15"/>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5"/>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15"/>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15"/>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15"/>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15"/>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5"/>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5"/>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15"/>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5"/>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15"/>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15"/>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5"/>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15"/>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15"/>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5"/>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5"/>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5"/>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5"/>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5"/>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15"/>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15"/>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5"/>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15"/>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15"/>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5"/>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15"/>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15"/>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5"/>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15"/>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5"/>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5"/>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5"/>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5"/>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15"/>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15"/>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5"/>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15"/>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15"/>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5"/>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15"/>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15"/>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5"/>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5"/>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15"/>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5"/>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5"/>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5"/>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5"/>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15"/>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5"/>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5"/>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15"/>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15"/>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5"/>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15"/>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15"/>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5"/>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15"/>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15"/>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5"/>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15"/>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15"/>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5"/>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15"/>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15"/>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5"/>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15"/>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15"/>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5"/>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15"/>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15"/>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5"/>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15"/>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15"/>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5"/>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15"/>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15"/>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15"/>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15"/>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15"/>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5"/>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15"/>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15"/>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15"/>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15"/>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15"/>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5"/>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15"/>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15"/>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5"/>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15"/>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15"/>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15"/>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15"/>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15"/>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5"/>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15"/>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5"/>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5"/>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5"/>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5"/>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15"/>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15"/>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5"/>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5"/>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15"/>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15"/>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5"/>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15"/>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15"/>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5"/>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5"/>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5"/>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5"/>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5"/>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5"/>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5"/>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15"/>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15"/>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5"/>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5"/>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15"/>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5"/>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5"/>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15"/>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5"/>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5"/>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5"/>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5"/>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15"/>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5"/>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5"/>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5"/>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5"/>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5"/>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5"/>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15"/>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15"/>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5"/>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5"/>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5"/>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5"/>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5"/>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5"/>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15"/>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15"/>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5"/>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5"/>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5"/>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5"/>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15"/>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15"/>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5"/>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5"/>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5"/>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5"/>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15"/>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15"/>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5"/>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15"/>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15"/>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5"/>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15"/>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15"/>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5"/>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5"/>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15"/>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15"/>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15"/>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15"/>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15"/>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15"/>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15"/>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15"/>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15"/>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15"/>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15"/>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15"/>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15"/>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5"/>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15"/>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15"/>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5"/>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15"/>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15"/>
          <p:cNvGrpSpPr/>
          <p:nvPr/>
        </p:nvGrpSpPr>
        <p:grpSpPr>
          <a:xfrm>
            <a:off x="235650" y="204150"/>
            <a:ext cx="8683925" cy="4735200"/>
            <a:chOff x="235650" y="204150"/>
            <a:chExt cx="8683925" cy="4735200"/>
          </a:xfrm>
        </p:grpSpPr>
        <p:sp>
          <p:nvSpPr>
            <p:cNvPr id="9966" name="Google Shape;9966;p15"/>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67" name="Google Shape;9967;p15"/>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9968" name="Google Shape;9968;p15"/>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15"/>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15"/>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1" name="Google Shape;9971;p15"/>
          <p:cNvSpPr txBox="1">
            <a:spLocks noGrp="1"/>
          </p:cNvSpPr>
          <p:nvPr>
            <p:ph type="title"/>
          </p:nvPr>
        </p:nvSpPr>
        <p:spPr>
          <a:xfrm>
            <a:off x="1040800" y="2812263"/>
            <a:ext cx="4360200" cy="5319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a:lvl1pPr>
            <a:lvl2pPr lvl="1" algn="ctr" rtl="0">
              <a:lnSpc>
                <a:spcPct val="115000"/>
              </a:lnSpc>
              <a:spcBef>
                <a:spcPts val="0"/>
              </a:spcBef>
              <a:spcAft>
                <a:spcPts val="0"/>
              </a:spcAft>
              <a:buSzPts val="3000"/>
              <a:buNone/>
              <a:defRPr sz="3000"/>
            </a:lvl2pPr>
            <a:lvl3pPr lvl="2" algn="ctr" rtl="0">
              <a:lnSpc>
                <a:spcPct val="115000"/>
              </a:lnSpc>
              <a:spcBef>
                <a:spcPts val="0"/>
              </a:spcBef>
              <a:spcAft>
                <a:spcPts val="0"/>
              </a:spcAft>
              <a:buSzPts val="3000"/>
              <a:buNone/>
              <a:defRPr sz="3000"/>
            </a:lvl3pPr>
            <a:lvl4pPr lvl="3" algn="ctr" rtl="0">
              <a:lnSpc>
                <a:spcPct val="115000"/>
              </a:lnSpc>
              <a:spcBef>
                <a:spcPts val="0"/>
              </a:spcBef>
              <a:spcAft>
                <a:spcPts val="0"/>
              </a:spcAft>
              <a:buSzPts val="3000"/>
              <a:buNone/>
              <a:defRPr sz="3000"/>
            </a:lvl4pPr>
            <a:lvl5pPr lvl="4" algn="ctr" rtl="0">
              <a:lnSpc>
                <a:spcPct val="115000"/>
              </a:lnSpc>
              <a:spcBef>
                <a:spcPts val="0"/>
              </a:spcBef>
              <a:spcAft>
                <a:spcPts val="0"/>
              </a:spcAft>
              <a:buSzPts val="3000"/>
              <a:buNone/>
              <a:defRPr sz="3000"/>
            </a:lvl5pPr>
            <a:lvl6pPr lvl="5" algn="ctr" rtl="0">
              <a:lnSpc>
                <a:spcPct val="115000"/>
              </a:lnSpc>
              <a:spcBef>
                <a:spcPts val="0"/>
              </a:spcBef>
              <a:spcAft>
                <a:spcPts val="0"/>
              </a:spcAft>
              <a:buSzPts val="3000"/>
              <a:buNone/>
              <a:defRPr sz="3000"/>
            </a:lvl6pPr>
            <a:lvl7pPr lvl="6" algn="ctr" rtl="0">
              <a:lnSpc>
                <a:spcPct val="115000"/>
              </a:lnSpc>
              <a:spcBef>
                <a:spcPts val="0"/>
              </a:spcBef>
              <a:spcAft>
                <a:spcPts val="0"/>
              </a:spcAft>
              <a:buSzPts val="3000"/>
              <a:buNone/>
              <a:defRPr sz="3000"/>
            </a:lvl7pPr>
            <a:lvl8pPr lvl="7" algn="ctr" rtl="0">
              <a:lnSpc>
                <a:spcPct val="115000"/>
              </a:lnSpc>
              <a:spcBef>
                <a:spcPts val="0"/>
              </a:spcBef>
              <a:spcAft>
                <a:spcPts val="0"/>
              </a:spcAft>
              <a:buSzPts val="3000"/>
              <a:buNone/>
              <a:defRPr sz="3000"/>
            </a:lvl8pPr>
            <a:lvl9pPr lvl="8" algn="ctr" rtl="0">
              <a:lnSpc>
                <a:spcPct val="115000"/>
              </a:lnSpc>
              <a:spcBef>
                <a:spcPts val="0"/>
              </a:spcBef>
              <a:spcAft>
                <a:spcPts val="0"/>
              </a:spcAft>
              <a:buSzPts val="3000"/>
              <a:buNone/>
              <a:defRPr sz="3000"/>
            </a:lvl9pPr>
          </a:lstStyle>
          <a:p>
            <a:endParaRPr/>
          </a:p>
        </p:txBody>
      </p:sp>
      <p:sp>
        <p:nvSpPr>
          <p:cNvPr id="9972" name="Google Shape;9972;p15"/>
          <p:cNvSpPr txBox="1">
            <a:spLocks noGrp="1"/>
          </p:cNvSpPr>
          <p:nvPr>
            <p:ph type="subTitle" idx="1"/>
          </p:nvPr>
        </p:nvSpPr>
        <p:spPr>
          <a:xfrm>
            <a:off x="1040800" y="1333875"/>
            <a:ext cx="6139800" cy="1478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2500"/>
            </a:lvl1pPr>
            <a:lvl2pPr lvl="1" algn="ctr" rtl="0">
              <a:lnSpc>
                <a:spcPct val="115000"/>
              </a:lnSpc>
              <a:spcBef>
                <a:spcPts val="0"/>
              </a:spcBef>
              <a:spcAft>
                <a:spcPts val="0"/>
              </a:spcAft>
              <a:buSzPts val="3000"/>
              <a:buNone/>
              <a:defRPr sz="3000"/>
            </a:lvl2pPr>
            <a:lvl3pPr lvl="2" algn="ctr" rtl="0">
              <a:lnSpc>
                <a:spcPct val="115000"/>
              </a:lnSpc>
              <a:spcBef>
                <a:spcPts val="0"/>
              </a:spcBef>
              <a:spcAft>
                <a:spcPts val="0"/>
              </a:spcAft>
              <a:buSzPts val="3000"/>
              <a:buNone/>
              <a:defRPr sz="3000"/>
            </a:lvl3pPr>
            <a:lvl4pPr lvl="3" algn="ctr" rtl="0">
              <a:lnSpc>
                <a:spcPct val="115000"/>
              </a:lnSpc>
              <a:spcBef>
                <a:spcPts val="0"/>
              </a:spcBef>
              <a:spcAft>
                <a:spcPts val="0"/>
              </a:spcAft>
              <a:buSzPts val="3000"/>
              <a:buNone/>
              <a:defRPr sz="3000"/>
            </a:lvl4pPr>
            <a:lvl5pPr lvl="4" algn="ctr" rtl="0">
              <a:lnSpc>
                <a:spcPct val="115000"/>
              </a:lnSpc>
              <a:spcBef>
                <a:spcPts val="0"/>
              </a:spcBef>
              <a:spcAft>
                <a:spcPts val="0"/>
              </a:spcAft>
              <a:buSzPts val="3000"/>
              <a:buNone/>
              <a:defRPr sz="3000"/>
            </a:lvl5pPr>
            <a:lvl6pPr lvl="5" algn="ctr" rtl="0">
              <a:lnSpc>
                <a:spcPct val="115000"/>
              </a:lnSpc>
              <a:spcBef>
                <a:spcPts val="0"/>
              </a:spcBef>
              <a:spcAft>
                <a:spcPts val="0"/>
              </a:spcAft>
              <a:buSzPts val="3000"/>
              <a:buNone/>
              <a:defRPr sz="3000"/>
            </a:lvl6pPr>
            <a:lvl7pPr lvl="6" algn="ctr" rtl="0">
              <a:lnSpc>
                <a:spcPct val="115000"/>
              </a:lnSpc>
              <a:spcBef>
                <a:spcPts val="0"/>
              </a:spcBef>
              <a:spcAft>
                <a:spcPts val="0"/>
              </a:spcAft>
              <a:buSzPts val="3000"/>
              <a:buNone/>
              <a:defRPr sz="3000"/>
            </a:lvl7pPr>
            <a:lvl8pPr lvl="7" algn="ctr" rtl="0">
              <a:lnSpc>
                <a:spcPct val="115000"/>
              </a:lnSpc>
              <a:spcBef>
                <a:spcPts val="0"/>
              </a:spcBef>
              <a:spcAft>
                <a:spcPts val="0"/>
              </a:spcAft>
              <a:buSzPts val="3000"/>
              <a:buNone/>
              <a:defRPr sz="3000"/>
            </a:lvl8pPr>
            <a:lvl9pPr lvl="8" algn="ctr" rtl="0">
              <a:lnSpc>
                <a:spcPct val="115000"/>
              </a:lnSpc>
              <a:spcBef>
                <a:spcPts val="0"/>
              </a:spcBef>
              <a:spcAft>
                <a:spcPts val="0"/>
              </a:spcAft>
              <a:buSzPts val="3000"/>
              <a:buNone/>
              <a:defRPr sz="30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9973"/>
        <p:cNvGrpSpPr/>
        <p:nvPr/>
      </p:nvGrpSpPr>
      <p:grpSpPr>
        <a:xfrm>
          <a:off x="0" y="0"/>
          <a:ext cx="0" cy="0"/>
          <a:chOff x="0" y="0"/>
          <a:chExt cx="0" cy="0"/>
        </a:xfrm>
      </p:grpSpPr>
      <p:grpSp>
        <p:nvGrpSpPr>
          <p:cNvPr id="9974" name="Google Shape;9974;p16"/>
          <p:cNvGrpSpPr/>
          <p:nvPr/>
        </p:nvGrpSpPr>
        <p:grpSpPr>
          <a:xfrm>
            <a:off x="38150" y="35427"/>
            <a:ext cx="9067465" cy="5072518"/>
            <a:chOff x="0" y="-63776"/>
            <a:chExt cx="9309513" cy="5207389"/>
          </a:xfrm>
        </p:grpSpPr>
        <p:sp>
          <p:nvSpPr>
            <p:cNvPr id="9975" name="Google Shape;9975;p16"/>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16"/>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16"/>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16"/>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16"/>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6"/>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16"/>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16"/>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6"/>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16"/>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16"/>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16"/>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16"/>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6"/>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6"/>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16"/>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16"/>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6"/>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16"/>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16"/>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6"/>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6"/>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6"/>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6"/>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6"/>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6"/>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6"/>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6"/>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16"/>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16"/>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6"/>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6"/>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6"/>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16"/>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16"/>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6"/>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6"/>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6"/>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6"/>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6"/>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6"/>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6"/>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6"/>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6"/>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6"/>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6"/>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6"/>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6"/>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16"/>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16"/>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6"/>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16"/>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16"/>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6"/>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6"/>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16"/>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6"/>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6"/>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16"/>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16"/>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16"/>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6"/>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6"/>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16"/>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16"/>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6"/>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6"/>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6"/>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6"/>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6"/>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16"/>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16"/>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6"/>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6"/>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6"/>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6"/>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6"/>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6"/>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16"/>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16"/>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6"/>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6"/>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6"/>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6"/>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6"/>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16"/>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6"/>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6"/>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6"/>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6"/>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6"/>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16"/>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6"/>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6"/>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16"/>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16"/>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16"/>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16"/>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16"/>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16"/>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6"/>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6"/>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6"/>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16"/>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6"/>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6"/>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16"/>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6"/>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6"/>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16"/>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6"/>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6"/>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16"/>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16"/>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6"/>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6"/>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6"/>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16"/>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16"/>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6"/>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6"/>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6"/>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16"/>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6"/>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16"/>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6"/>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6"/>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6"/>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16"/>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6"/>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6"/>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16"/>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6"/>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6"/>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6"/>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6"/>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6"/>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16"/>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16"/>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16"/>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6"/>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16"/>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16"/>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6"/>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16"/>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16"/>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6"/>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6"/>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16"/>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16"/>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16"/>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16"/>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16"/>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6"/>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6"/>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6"/>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6"/>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6"/>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6"/>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16"/>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6"/>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6"/>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6"/>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16"/>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6"/>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6"/>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6"/>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6"/>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16"/>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6"/>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6"/>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6"/>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6"/>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6"/>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6"/>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6"/>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6"/>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6"/>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6"/>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6"/>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6"/>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6"/>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16"/>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16"/>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16"/>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6"/>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16"/>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16"/>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6"/>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6"/>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6"/>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16"/>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6"/>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6"/>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6"/>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16"/>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16"/>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16"/>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16"/>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6"/>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16"/>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6"/>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6"/>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16"/>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6"/>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6"/>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6"/>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6"/>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6"/>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6"/>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6"/>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16"/>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16"/>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6"/>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6"/>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6"/>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6"/>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16"/>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6"/>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6"/>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16"/>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16"/>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6"/>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16"/>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6"/>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16"/>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16"/>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6"/>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6"/>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6"/>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6"/>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6"/>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6"/>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6"/>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6"/>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6"/>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16"/>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16"/>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6"/>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6"/>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6"/>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6"/>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6"/>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6"/>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6"/>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6"/>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6"/>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6"/>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6"/>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6"/>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6"/>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6"/>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6"/>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16"/>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6"/>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6"/>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6"/>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6"/>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6"/>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6"/>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6"/>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16"/>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16"/>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6"/>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6"/>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6"/>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6"/>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6"/>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6"/>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6"/>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6"/>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6"/>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6"/>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6"/>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6"/>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6"/>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6"/>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6"/>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6"/>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6"/>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16"/>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6"/>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6"/>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6"/>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6"/>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6"/>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6"/>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6"/>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6"/>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6"/>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6"/>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6"/>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6"/>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6"/>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6"/>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6"/>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6"/>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6"/>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6"/>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16"/>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6"/>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6"/>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6"/>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6"/>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6"/>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6"/>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16"/>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16"/>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6"/>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6"/>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6"/>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6"/>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16"/>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16"/>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16"/>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6"/>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6"/>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6"/>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6"/>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6"/>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6"/>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6"/>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6"/>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6"/>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6"/>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6"/>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6"/>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6"/>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6"/>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6"/>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6"/>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6"/>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6"/>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6"/>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6"/>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6"/>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6"/>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6"/>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6"/>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6"/>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6"/>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6"/>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16"/>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6"/>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6"/>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6"/>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6"/>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6"/>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6"/>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6"/>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6"/>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6"/>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6"/>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6"/>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6"/>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16"/>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6"/>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6"/>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6"/>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6"/>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16"/>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16"/>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6"/>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6"/>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6"/>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16"/>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6"/>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6"/>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16"/>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16"/>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6"/>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6"/>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16"/>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6"/>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6"/>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16"/>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6"/>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6"/>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6"/>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16"/>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6"/>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6"/>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6"/>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16"/>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16"/>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16"/>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16"/>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6"/>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6"/>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16"/>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16"/>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16"/>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6"/>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6"/>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16"/>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16"/>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16"/>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16"/>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16"/>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6"/>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6"/>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6"/>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6"/>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6"/>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6"/>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6"/>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6"/>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16"/>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16"/>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6"/>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6"/>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6"/>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6"/>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6"/>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6"/>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16"/>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6"/>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6"/>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6"/>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6"/>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6"/>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16"/>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6"/>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6"/>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6"/>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6"/>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6"/>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6"/>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16"/>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6"/>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6"/>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6"/>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6"/>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6"/>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6"/>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6"/>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6"/>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6"/>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6"/>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6"/>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16"/>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16"/>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16"/>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16"/>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16"/>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16"/>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16"/>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6"/>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6"/>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6"/>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16"/>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16"/>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6"/>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16"/>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6"/>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6"/>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6"/>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16"/>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6"/>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6"/>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6"/>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6"/>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6"/>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16"/>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16"/>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16"/>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6"/>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6"/>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6"/>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6"/>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6"/>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16"/>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16"/>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6"/>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6"/>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6"/>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16"/>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16"/>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16"/>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16"/>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6"/>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16"/>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16"/>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6"/>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16"/>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16"/>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6"/>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16"/>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16"/>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16"/>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16"/>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16"/>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6"/>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6"/>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16"/>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16"/>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16"/>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16"/>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16"/>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6"/>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6"/>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6"/>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6"/>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6"/>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16"/>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6"/>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16"/>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6"/>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6"/>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16"/>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16"/>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16"/>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16"/>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16"/>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6"/>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6"/>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6"/>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16"/>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16"/>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16"/>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6"/>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6"/>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6"/>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6"/>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16"/>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16"/>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6"/>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6"/>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16"/>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16"/>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16"/>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16"/>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6"/>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16"/>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16"/>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6"/>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6"/>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6"/>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6"/>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16"/>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6"/>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6"/>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16"/>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6"/>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6"/>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16"/>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16"/>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6"/>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6"/>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6"/>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6"/>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16"/>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6"/>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6"/>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6"/>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6"/>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6"/>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6"/>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6"/>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6"/>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6"/>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6"/>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6"/>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6"/>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6"/>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6"/>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16"/>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6"/>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6"/>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6"/>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6"/>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6"/>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6"/>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6"/>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6"/>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6"/>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6"/>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6"/>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16"/>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6"/>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6"/>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16"/>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16"/>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16"/>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6"/>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6"/>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6"/>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16"/>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16"/>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6"/>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16"/>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16"/>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6"/>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6"/>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16"/>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16"/>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6"/>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16"/>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16"/>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6"/>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6"/>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6"/>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6"/>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6"/>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6"/>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16"/>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16"/>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6"/>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16"/>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16"/>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6"/>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6"/>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6"/>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16"/>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6"/>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6"/>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6"/>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6"/>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6"/>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16"/>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6"/>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6"/>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6"/>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6"/>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6"/>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6"/>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6"/>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6"/>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6"/>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6"/>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16"/>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16"/>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6"/>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6"/>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6"/>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6"/>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6"/>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6"/>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6"/>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6"/>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6"/>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6"/>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16"/>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16"/>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16"/>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16"/>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6"/>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6"/>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6"/>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6"/>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6"/>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6"/>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6"/>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16"/>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16"/>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16"/>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6"/>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6"/>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6"/>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6"/>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16"/>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16"/>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6"/>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16"/>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6"/>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6"/>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6"/>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6"/>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6"/>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6"/>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6"/>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6"/>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6"/>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6"/>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16"/>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6"/>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16"/>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6"/>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16"/>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16"/>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6"/>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6"/>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16"/>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16"/>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16"/>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6"/>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6"/>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16"/>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16"/>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6"/>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6"/>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16"/>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16"/>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6"/>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6"/>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16"/>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6"/>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16"/>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16"/>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6"/>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16"/>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16"/>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16"/>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16"/>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16"/>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16"/>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16"/>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6"/>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6"/>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6"/>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6"/>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16"/>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16"/>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16"/>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6"/>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6"/>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6"/>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16"/>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16"/>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16"/>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16"/>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16"/>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16"/>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16"/>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16"/>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16"/>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16"/>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16"/>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16"/>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16"/>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16"/>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16"/>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16"/>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16"/>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6"/>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16"/>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16"/>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16"/>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16"/>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16"/>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16"/>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16"/>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16"/>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16"/>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16"/>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16"/>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16"/>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16"/>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16"/>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16"/>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16"/>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16"/>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16"/>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16"/>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16"/>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16"/>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16"/>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16"/>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16"/>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16"/>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6"/>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6"/>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6"/>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6"/>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6"/>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6"/>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6"/>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6"/>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6"/>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6"/>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6"/>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6"/>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6"/>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6"/>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6"/>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6"/>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6"/>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6"/>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6"/>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16"/>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16"/>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16"/>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16"/>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6"/>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6"/>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6"/>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6"/>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6"/>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6"/>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6"/>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6"/>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6"/>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6"/>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6"/>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6"/>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6"/>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6"/>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6"/>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6"/>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6"/>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6"/>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6"/>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6"/>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6"/>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6"/>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6"/>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16"/>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16"/>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6"/>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6"/>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6"/>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16"/>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6"/>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6"/>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6"/>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16"/>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16"/>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16"/>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16"/>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4" name="Google Shape;10794;p16"/>
          <p:cNvGrpSpPr/>
          <p:nvPr/>
        </p:nvGrpSpPr>
        <p:grpSpPr>
          <a:xfrm>
            <a:off x="235650" y="204150"/>
            <a:ext cx="8683925" cy="4735200"/>
            <a:chOff x="235650" y="204150"/>
            <a:chExt cx="8683925" cy="4735200"/>
          </a:xfrm>
        </p:grpSpPr>
        <p:sp>
          <p:nvSpPr>
            <p:cNvPr id="10795" name="Google Shape;10795;p16"/>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96" name="Google Shape;10796;p16"/>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0797" name="Google Shape;10797;p16"/>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6"/>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16"/>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0" name="Google Shape;10800;p16"/>
          <p:cNvSpPr txBox="1">
            <a:spLocks noGrp="1"/>
          </p:cNvSpPr>
          <p:nvPr>
            <p:ph type="subTitle" idx="1"/>
          </p:nvPr>
        </p:nvSpPr>
        <p:spPr>
          <a:xfrm>
            <a:off x="941825" y="1484440"/>
            <a:ext cx="2965200" cy="2541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999999"/>
              </a:buClr>
              <a:buSzPts val="1000"/>
              <a:buFont typeface="Anaheim"/>
              <a:buChar char="●"/>
              <a:defRPr/>
            </a:lvl1pPr>
            <a:lvl2pPr lvl="1" algn="ctr" rtl="0">
              <a:lnSpc>
                <a:spcPct val="100000"/>
              </a:lnSpc>
              <a:spcBef>
                <a:spcPts val="0"/>
              </a:spcBef>
              <a:spcAft>
                <a:spcPts val="0"/>
              </a:spcAft>
              <a:buClr>
                <a:srgbClr val="999999"/>
              </a:buClr>
              <a:buSzPts val="800"/>
              <a:buFont typeface="Open Sans"/>
              <a:buChar char="○"/>
              <a:defRPr/>
            </a:lvl2pPr>
            <a:lvl3pPr lvl="2" algn="ctr" rtl="0">
              <a:lnSpc>
                <a:spcPct val="100000"/>
              </a:lnSpc>
              <a:spcBef>
                <a:spcPts val="0"/>
              </a:spcBef>
              <a:spcAft>
                <a:spcPts val="0"/>
              </a:spcAft>
              <a:buClr>
                <a:srgbClr val="999999"/>
              </a:buClr>
              <a:buSzPts val="800"/>
              <a:buFont typeface="Open Sans"/>
              <a:buChar char="■"/>
              <a:defRPr/>
            </a:lvl3pPr>
            <a:lvl4pPr lvl="3" algn="ctr" rtl="0">
              <a:lnSpc>
                <a:spcPct val="100000"/>
              </a:lnSpc>
              <a:spcBef>
                <a:spcPts val="0"/>
              </a:spcBef>
              <a:spcAft>
                <a:spcPts val="0"/>
              </a:spcAft>
              <a:buClr>
                <a:srgbClr val="999999"/>
              </a:buClr>
              <a:buSzPts val="800"/>
              <a:buFont typeface="Open Sans"/>
              <a:buChar char="●"/>
              <a:defRPr/>
            </a:lvl4pPr>
            <a:lvl5pPr lvl="4" algn="ctr" rtl="0">
              <a:lnSpc>
                <a:spcPct val="100000"/>
              </a:lnSpc>
              <a:spcBef>
                <a:spcPts val="0"/>
              </a:spcBef>
              <a:spcAft>
                <a:spcPts val="0"/>
              </a:spcAft>
              <a:buClr>
                <a:srgbClr val="999999"/>
              </a:buClr>
              <a:buSzPts val="1200"/>
              <a:buFont typeface="Open Sans"/>
              <a:buChar char="○"/>
              <a:defRPr/>
            </a:lvl5pPr>
            <a:lvl6pPr lvl="5" algn="ctr" rtl="0">
              <a:lnSpc>
                <a:spcPct val="100000"/>
              </a:lnSpc>
              <a:spcBef>
                <a:spcPts val="0"/>
              </a:spcBef>
              <a:spcAft>
                <a:spcPts val="0"/>
              </a:spcAft>
              <a:buClr>
                <a:srgbClr val="999999"/>
              </a:buClr>
              <a:buSzPts val="1200"/>
              <a:buFont typeface="Open Sans"/>
              <a:buChar char="■"/>
              <a:defRPr/>
            </a:lvl6pPr>
            <a:lvl7pPr lvl="6" algn="ctr" rtl="0">
              <a:lnSpc>
                <a:spcPct val="100000"/>
              </a:lnSpc>
              <a:spcBef>
                <a:spcPts val="0"/>
              </a:spcBef>
              <a:spcAft>
                <a:spcPts val="0"/>
              </a:spcAft>
              <a:buClr>
                <a:srgbClr val="999999"/>
              </a:buClr>
              <a:buSzPts val="700"/>
              <a:buFont typeface="Open Sans"/>
              <a:buChar char="●"/>
              <a:defRPr/>
            </a:lvl7pPr>
            <a:lvl8pPr lvl="7" algn="ctr" rtl="0">
              <a:lnSpc>
                <a:spcPct val="100000"/>
              </a:lnSpc>
              <a:spcBef>
                <a:spcPts val="0"/>
              </a:spcBef>
              <a:spcAft>
                <a:spcPts val="0"/>
              </a:spcAft>
              <a:buClr>
                <a:srgbClr val="999999"/>
              </a:buClr>
              <a:buSzPts val="700"/>
              <a:buFont typeface="Open Sans"/>
              <a:buChar char="○"/>
              <a:defRPr/>
            </a:lvl8pPr>
            <a:lvl9pPr lvl="8" algn="ctr" rtl="0">
              <a:lnSpc>
                <a:spcPct val="100000"/>
              </a:lnSpc>
              <a:spcBef>
                <a:spcPts val="0"/>
              </a:spcBef>
              <a:spcAft>
                <a:spcPts val="0"/>
              </a:spcAft>
              <a:buClr>
                <a:srgbClr val="999999"/>
              </a:buClr>
              <a:buSzPts val="600"/>
              <a:buFont typeface="Open Sans"/>
              <a:buChar char="■"/>
              <a:defRPr/>
            </a:lvl9pPr>
          </a:lstStyle>
          <a:p>
            <a:endParaRPr/>
          </a:p>
        </p:txBody>
      </p:sp>
      <p:sp>
        <p:nvSpPr>
          <p:cNvPr id="10801" name="Google Shape;10801;p16"/>
          <p:cNvSpPr>
            <a:spLocks noGrp="1"/>
          </p:cNvSpPr>
          <p:nvPr>
            <p:ph type="pic" idx="2"/>
          </p:nvPr>
        </p:nvSpPr>
        <p:spPr>
          <a:xfrm>
            <a:off x="4920725" y="1334475"/>
            <a:ext cx="2915700" cy="2831400"/>
          </a:xfrm>
          <a:prstGeom prst="roundRect">
            <a:avLst>
              <a:gd name="adj" fmla="val 16667"/>
            </a:avLst>
          </a:prstGeom>
          <a:noFill/>
          <a:ln w="9525" cap="flat" cmpd="sng">
            <a:solidFill>
              <a:schemeClr val="dk1"/>
            </a:solidFill>
            <a:prstDash val="solid"/>
            <a:round/>
            <a:headEnd type="none" w="sm" len="sm"/>
            <a:tailEnd type="none" w="sm" len="sm"/>
          </a:ln>
        </p:spPr>
        <p:txBody>
          <a:bodyPr/>
          <a:lstStyle/>
          <a:p>
            <a:endParaRPr lang="en-US"/>
          </a:p>
        </p:txBody>
      </p:sp>
      <p:sp>
        <p:nvSpPr>
          <p:cNvPr id="10802" name="Google Shape;10802;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1632"/>
        <p:cNvGrpSpPr/>
        <p:nvPr/>
      </p:nvGrpSpPr>
      <p:grpSpPr>
        <a:xfrm>
          <a:off x="0" y="0"/>
          <a:ext cx="0" cy="0"/>
          <a:chOff x="0" y="0"/>
          <a:chExt cx="0" cy="0"/>
        </a:xfrm>
      </p:grpSpPr>
      <p:grpSp>
        <p:nvGrpSpPr>
          <p:cNvPr id="11633" name="Google Shape;11633;p18"/>
          <p:cNvGrpSpPr/>
          <p:nvPr/>
        </p:nvGrpSpPr>
        <p:grpSpPr>
          <a:xfrm>
            <a:off x="38150" y="35427"/>
            <a:ext cx="9067465" cy="5072518"/>
            <a:chOff x="0" y="-63776"/>
            <a:chExt cx="9309513" cy="5207389"/>
          </a:xfrm>
        </p:grpSpPr>
        <p:sp>
          <p:nvSpPr>
            <p:cNvPr id="11634" name="Google Shape;11634;p18"/>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18"/>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18"/>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18"/>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18"/>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18"/>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18"/>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18"/>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18"/>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18"/>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18"/>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18"/>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18"/>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18"/>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18"/>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18"/>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18"/>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18"/>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18"/>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18"/>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18"/>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18"/>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8"/>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8"/>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18"/>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18"/>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18"/>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8"/>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8"/>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8"/>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8"/>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8"/>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18"/>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18"/>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8"/>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8"/>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18"/>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18"/>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8"/>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8"/>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8"/>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18"/>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18"/>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8"/>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8"/>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8"/>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18"/>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18"/>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8"/>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8"/>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8"/>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8"/>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8"/>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8"/>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18"/>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8"/>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8"/>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18"/>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18"/>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18"/>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8"/>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8"/>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8"/>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18"/>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18"/>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8"/>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18"/>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18"/>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8"/>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8"/>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8"/>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8"/>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8"/>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8"/>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8"/>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8"/>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18"/>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8"/>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8"/>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8"/>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8"/>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8"/>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8"/>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8"/>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8"/>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8"/>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8"/>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8"/>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8"/>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8"/>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8"/>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8"/>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8"/>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8"/>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18"/>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18"/>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8"/>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8"/>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8"/>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8"/>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8"/>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18"/>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18"/>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8"/>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8"/>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8"/>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8"/>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18"/>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8"/>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8"/>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18"/>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18"/>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8"/>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8"/>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18"/>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8"/>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8"/>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8"/>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18"/>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18"/>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8"/>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18"/>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18"/>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8"/>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8"/>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8"/>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8"/>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18"/>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8"/>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18"/>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18"/>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8"/>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8"/>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8"/>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8"/>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8"/>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8"/>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8"/>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8"/>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8"/>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8"/>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8"/>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8"/>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8"/>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8"/>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8"/>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8"/>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8"/>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18"/>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18"/>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8"/>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8"/>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8"/>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8"/>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8"/>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18"/>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18"/>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18"/>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8"/>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8"/>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8"/>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8"/>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8"/>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18"/>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18"/>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8"/>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8"/>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8"/>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8"/>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8"/>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18"/>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8"/>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8"/>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8"/>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8"/>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18"/>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18"/>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8"/>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8"/>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8"/>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8"/>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8"/>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18"/>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8"/>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8"/>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8"/>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8"/>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18"/>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8"/>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8"/>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8"/>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8"/>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8"/>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8"/>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8"/>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8"/>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8"/>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8"/>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8"/>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8"/>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8"/>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8"/>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8"/>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8"/>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8"/>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8"/>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8"/>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8"/>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8"/>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8"/>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8"/>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8"/>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8"/>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8"/>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8"/>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8"/>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8"/>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8"/>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8"/>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8"/>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8"/>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18"/>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8"/>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8"/>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8"/>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8"/>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8"/>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8"/>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8"/>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8"/>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18"/>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18"/>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8"/>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8"/>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8"/>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8"/>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8"/>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8"/>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18"/>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18"/>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8"/>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18"/>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18"/>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8"/>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18"/>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18"/>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18"/>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8"/>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8"/>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8"/>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8"/>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8"/>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8"/>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18"/>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8"/>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8"/>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8"/>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8"/>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8"/>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8"/>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8"/>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8"/>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8"/>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8"/>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8"/>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8"/>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8"/>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8"/>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8"/>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8"/>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8"/>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8"/>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18"/>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18"/>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8"/>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8"/>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8"/>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8"/>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8"/>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18"/>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18"/>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8"/>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8"/>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8"/>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8"/>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8"/>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8"/>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8"/>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8"/>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8"/>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8"/>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18"/>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8"/>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8"/>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8"/>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18"/>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8"/>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8"/>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8"/>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8"/>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8"/>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8"/>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8"/>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8"/>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8"/>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18"/>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18"/>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8"/>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8"/>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18"/>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18"/>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8"/>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8"/>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8"/>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8"/>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8"/>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8"/>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8"/>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8"/>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8"/>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8"/>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18"/>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8"/>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8"/>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8"/>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8"/>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8"/>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8"/>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8"/>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8"/>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18"/>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8"/>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8"/>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8"/>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8"/>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8"/>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8"/>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8"/>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8"/>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8"/>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8"/>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8"/>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8"/>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8"/>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18"/>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18"/>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8"/>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8"/>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8"/>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8"/>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18"/>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8"/>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8"/>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8"/>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8"/>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8"/>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8"/>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8"/>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8"/>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8"/>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8"/>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8"/>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18"/>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8"/>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18"/>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8"/>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8"/>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8"/>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8"/>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8"/>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8"/>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8"/>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8"/>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8"/>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8"/>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8"/>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8"/>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8"/>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8"/>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8"/>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18"/>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8"/>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8"/>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8"/>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8"/>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18"/>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8"/>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8"/>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8"/>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8"/>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18"/>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18"/>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8"/>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8"/>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8"/>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8"/>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18"/>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18"/>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8"/>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8"/>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8"/>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18"/>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18"/>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18"/>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8"/>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8"/>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8"/>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8"/>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8"/>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18"/>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8"/>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8"/>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8"/>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18"/>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18"/>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8"/>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8"/>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8"/>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8"/>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8"/>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8"/>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8"/>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18"/>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8"/>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18"/>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8"/>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8"/>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8"/>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18"/>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8"/>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8"/>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8"/>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18"/>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8"/>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8"/>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8"/>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18"/>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8"/>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18"/>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18"/>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8"/>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8"/>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8"/>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18"/>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8"/>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8"/>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8"/>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8"/>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8"/>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8"/>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8"/>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8"/>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8"/>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8"/>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8"/>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8"/>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8"/>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8"/>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8"/>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8"/>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18"/>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8"/>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8"/>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8"/>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8"/>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8"/>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8"/>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8"/>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8"/>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8"/>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8"/>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8"/>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8"/>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8"/>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18"/>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18"/>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8"/>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8"/>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8"/>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8"/>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8"/>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8"/>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18"/>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8"/>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8"/>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8"/>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8"/>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18"/>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8"/>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8"/>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8"/>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18"/>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8"/>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8"/>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8"/>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8"/>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8"/>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8"/>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18"/>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18"/>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8"/>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8"/>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18"/>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8"/>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18"/>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8"/>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8"/>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8"/>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18"/>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18"/>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8"/>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8"/>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8"/>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8"/>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18"/>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8"/>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18"/>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18"/>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8"/>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8"/>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8"/>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8"/>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18"/>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18"/>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8"/>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8"/>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8"/>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8"/>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8"/>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8"/>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8"/>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8"/>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8"/>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8"/>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8"/>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8"/>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8"/>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8"/>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8"/>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8"/>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8"/>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8"/>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8"/>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8"/>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8"/>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8"/>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8"/>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8"/>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8"/>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8"/>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18"/>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8"/>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8"/>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18"/>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8"/>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18"/>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18"/>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8"/>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8"/>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8"/>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18"/>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18"/>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8"/>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18"/>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18"/>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8"/>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8"/>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18"/>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8"/>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8"/>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8"/>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18"/>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18"/>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8"/>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18"/>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8"/>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8"/>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18"/>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8"/>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8"/>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8"/>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8"/>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8"/>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8"/>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8"/>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8"/>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8"/>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8"/>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8"/>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8"/>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8"/>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8"/>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8"/>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18"/>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18"/>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8"/>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18"/>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8"/>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18"/>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8"/>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8"/>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18"/>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18"/>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8"/>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8"/>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8"/>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8"/>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8"/>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8"/>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8"/>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8"/>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18"/>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8"/>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8"/>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8"/>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8"/>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8"/>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8"/>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18"/>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8"/>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8"/>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8"/>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18"/>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8"/>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8"/>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18"/>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8"/>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8"/>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8"/>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8"/>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18"/>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18"/>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8"/>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8"/>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8"/>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18"/>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18"/>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8"/>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8"/>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8"/>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18"/>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8"/>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8"/>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8"/>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18"/>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8"/>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8"/>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8"/>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8"/>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8"/>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18"/>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18"/>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8"/>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8"/>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18"/>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18"/>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8"/>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8"/>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8"/>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8"/>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18"/>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8"/>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8"/>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8"/>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8"/>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8"/>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8"/>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8"/>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8"/>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8"/>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8"/>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8"/>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8"/>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18"/>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18"/>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18"/>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8"/>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8"/>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18"/>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8"/>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8"/>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8"/>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8"/>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8"/>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18"/>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8"/>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8"/>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8"/>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8"/>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8"/>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18"/>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8"/>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8"/>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8"/>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8"/>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18"/>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8"/>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8"/>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8"/>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8"/>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8"/>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8"/>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8"/>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8"/>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8"/>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8"/>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18"/>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8"/>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8"/>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8"/>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8"/>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8"/>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8"/>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8"/>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8"/>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8"/>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18"/>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8"/>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8"/>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8"/>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8"/>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8"/>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8"/>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8"/>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8"/>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8"/>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8"/>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8"/>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8"/>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8"/>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8"/>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8"/>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8"/>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8"/>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8"/>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8"/>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8"/>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8"/>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8"/>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8"/>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8"/>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8"/>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8"/>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8"/>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18"/>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8"/>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18"/>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18"/>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8"/>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8"/>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8"/>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8"/>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8"/>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8"/>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8"/>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18"/>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18"/>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8"/>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8"/>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18"/>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18"/>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18"/>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8"/>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18"/>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18"/>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8"/>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8"/>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18"/>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18"/>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8"/>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8"/>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8"/>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8"/>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8"/>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18"/>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8"/>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18"/>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18"/>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8"/>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8"/>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18"/>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8"/>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8"/>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8"/>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18"/>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8"/>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8"/>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18"/>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8"/>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8"/>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8"/>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8"/>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8"/>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8"/>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8"/>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8"/>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18"/>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18"/>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8"/>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18"/>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18"/>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8"/>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8"/>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8"/>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18"/>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18"/>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8"/>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8"/>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18"/>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18"/>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8"/>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8"/>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18"/>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8"/>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8"/>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8"/>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8"/>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8"/>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8"/>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3" name="Google Shape;12453;p18"/>
          <p:cNvGrpSpPr/>
          <p:nvPr/>
        </p:nvGrpSpPr>
        <p:grpSpPr>
          <a:xfrm>
            <a:off x="235650" y="204150"/>
            <a:ext cx="8683925" cy="4735200"/>
            <a:chOff x="235650" y="204150"/>
            <a:chExt cx="8683925" cy="4735200"/>
          </a:xfrm>
        </p:grpSpPr>
        <p:sp>
          <p:nvSpPr>
            <p:cNvPr id="12454" name="Google Shape;12454;p18"/>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55" name="Google Shape;12455;p18"/>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2456" name="Google Shape;12456;p18"/>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8"/>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8"/>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9" name="Google Shape;12459;p18"/>
          <p:cNvSpPr txBox="1">
            <a:spLocks noGrp="1"/>
          </p:cNvSpPr>
          <p:nvPr>
            <p:ph type="title"/>
          </p:nvPr>
        </p:nvSpPr>
        <p:spPr>
          <a:xfrm>
            <a:off x="5546750" y="1783350"/>
            <a:ext cx="2630400" cy="572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a:endParaRPr/>
          </a:p>
        </p:txBody>
      </p:sp>
      <p:sp>
        <p:nvSpPr>
          <p:cNvPr id="12460" name="Google Shape;12460;p18"/>
          <p:cNvSpPr txBox="1">
            <a:spLocks noGrp="1"/>
          </p:cNvSpPr>
          <p:nvPr>
            <p:ph type="subTitle" idx="1"/>
          </p:nvPr>
        </p:nvSpPr>
        <p:spPr>
          <a:xfrm>
            <a:off x="5546875" y="2279850"/>
            <a:ext cx="2630400" cy="13935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3">
  <p:cSld name="CUSTOM_4_1_1">
    <p:spTree>
      <p:nvGrpSpPr>
        <p:cNvPr id="1" name="Shape 12461"/>
        <p:cNvGrpSpPr/>
        <p:nvPr/>
      </p:nvGrpSpPr>
      <p:grpSpPr>
        <a:xfrm>
          <a:off x="0" y="0"/>
          <a:ext cx="0" cy="0"/>
          <a:chOff x="0" y="0"/>
          <a:chExt cx="0" cy="0"/>
        </a:xfrm>
      </p:grpSpPr>
      <p:grpSp>
        <p:nvGrpSpPr>
          <p:cNvPr id="12462" name="Google Shape;12462;p19"/>
          <p:cNvGrpSpPr/>
          <p:nvPr/>
        </p:nvGrpSpPr>
        <p:grpSpPr>
          <a:xfrm>
            <a:off x="38150" y="35427"/>
            <a:ext cx="9067465" cy="5072518"/>
            <a:chOff x="0" y="-63776"/>
            <a:chExt cx="9309513" cy="5207389"/>
          </a:xfrm>
        </p:grpSpPr>
        <p:sp>
          <p:nvSpPr>
            <p:cNvPr id="12463" name="Google Shape;12463;p19"/>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19"/>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19"/>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19"/>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19"/>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9"/>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9"/>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9"/>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9"/>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9"/>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9"/>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9"/>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9"/>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9"/>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9"/>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9"/>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9"/>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9"/>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9"/>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9"/>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9"/>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9"/>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9"/>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9"/>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19"/>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9"/>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9"/>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9"/>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9"/>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9"/>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9"/>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9"/>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9"/>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9"/>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9"/>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9"/>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9"/>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9"/>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9"/>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9"/>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9"/>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9"/>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9"/>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9"/>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9"/>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9"/>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9"/>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9"/>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9"/>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9"/>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9"/>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9"/>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9"/>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9"/>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9"/>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9"/>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9"/>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9"/>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9"/>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9"/>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9"/>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9"/>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9"/>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9"/>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9"/>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9"/>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9"/>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9"/>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9"/>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9"/>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9"/>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19"/>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9"/>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9"/>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9"/>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9"/>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9"/>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9"/>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9"/>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19"/>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9"/>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9"/>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9"/>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9"/>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9"/>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9"/>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19"/>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9"/>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9"/>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9"/>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9"/>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9"/>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9"/>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9"/>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9"/>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9"/>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9"/>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9"/>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9"/>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9"/>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9"/>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9"/>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19"/>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19"/>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9"/>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9"/>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9"/>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9"/>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9"/>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9"/>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9"/>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9"/>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9"/>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9"/>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9"/>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9"/>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9"/>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9"/>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9"/>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9"/>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19"/>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19"/>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9"/>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9"/>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9"/>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9"/>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19"/>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19"/>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9"/>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9"/>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9"/>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9"/>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9"/>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9"/>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9"/>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9"/>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9"/>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19"/>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9"/>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9"/>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9"/>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19"/>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19"/>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9"/>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9"/>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9"/>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9"/>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9"/>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9"/>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9"/>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9"/>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9"/>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9"/>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9"/>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9"/>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9"/>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9"/>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9"/>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9"/>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9"/>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19"/>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9"/>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9"/>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19"/>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9"/>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9"/>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19"/>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19"/>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9"/>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9"/>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9"/>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9"/>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9"/>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9"/>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9"/>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9"/>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9"/>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9"/>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9"/>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9"/>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9"/>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9"/>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9"/>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9"/>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9"/>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19"/>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9"/>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9"/>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9"/>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9"/>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9"/>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9"/>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19"/>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9"/>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9"/>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9"/>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9"/>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9"/>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9"/>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9"/>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9"/>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9"/>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9"/>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9"/>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9"/>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9"/>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9"/>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9"/>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9"/>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19"/>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19"/>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9"/>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9"/>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9"/>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9"/>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9"/>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9"/>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9"/>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9"/>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19"/>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9"/>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9"/>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9"/>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9"/>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9"/>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9"/>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19"/>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9"/>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9"/>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9"/>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9"/>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9"/>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9"/>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9"/>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9"/>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9"/>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9"/>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9"/>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9"/>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9"/>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9"/>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9"/>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9"/>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19"/>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9"/>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9"/>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9"/>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9"/>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9"/>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9"/>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9"/>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9"/>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9"/>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9"/>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9"/>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9"/>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9"/>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9"/>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9"/>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9"/>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9"/>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9"/>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9"/>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9"/>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9"/>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9"/>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9"/>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19"/>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9"/>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9"/>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19"/>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19"/>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9"/>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9"/>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9"/>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9"/>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9"/>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9"/>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9"/>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9"/>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9"/>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9"/>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19"/>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9"/>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9"/>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9"/>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9"/>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9"/>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19"/>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19"/>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9"/>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9"/>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19"/>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9"/>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9"/>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9"/>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9"/>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9"/>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9"/>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19"/>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9"/>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9"/>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9"/>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9"/>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9"/>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9"/>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9"/>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9"/>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19"/>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9"/>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9"/>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19"/>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9"/>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9"/>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9"/>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9"/>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9"/>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9"/>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9"/>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9"/>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9"/>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9"/>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9"/>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9"/>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9"/>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9"/>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9"/>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9"/>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9"/>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9"/>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9"/>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19"/>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9"/>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9"/>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9"/>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9"/>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9"/>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9"/>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9"/>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9"/>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9"/>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9"/>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9"/>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9"/>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9"/>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9"/>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9"/>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9"/>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9"/>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9"/>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9"/>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9"/>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9"/>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9"/>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9"/>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9"/>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9"/>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9"/>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9"/>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9"/>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9"/>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9"/>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9"/>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9"/>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9"/>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9"/>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9"/>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9"/>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9"/>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9"/>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9"/>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9"/>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9"/>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9"/>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9"/>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9"/>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9"/>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9"/>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9"/>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9"/>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9"/>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19"/>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9"/>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9"/>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9"/>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9"/>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9"/>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9"/>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9"/>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9"/>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9"/>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9"/>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9"/>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9"/>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9"/>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9"/>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9"/>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9"/>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9"/>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9"/>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9"/>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9"/>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9"/>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9"/>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9"/>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9"/>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9"/>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9"/>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9"/>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9"/>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9"/>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9"/>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9"/>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9"/>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9"/>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9"/>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9"/>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9"/>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9"/>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19"/>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9"/>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9"/>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9"/>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19"/>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9"/>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9"/>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9"/>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9"/>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9"/>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9"/>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9"/>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9"/>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9"/>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9"/>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9"/>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9"/>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9"/>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19"/>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9"/>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9"/>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9"/>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9"/>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9"/>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9"/>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9"/>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9"/>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9"/>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9"/>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9"/>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9"/>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9"/>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9"/>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9"/>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9"/>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9"/>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9"/>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9"/>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9"/>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9"/>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9"/>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9"/>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9"/>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9"/>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9"/>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9"/>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9"/>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9"/>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9"/>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9"/>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9"/>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9"/>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9"/>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9"/>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19"/>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9"/>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9"/>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9"/>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9"/>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9"/>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9"/>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9"/>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9"/>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9"/>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9"/>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9"/>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9"/>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9"/>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9"/>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9"/>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9"/>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9"/>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9"/>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9"/>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9"/>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9"/>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9"/>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9"/>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9"/>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9"/>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9"/>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9"/>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9"/>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9"/>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9"/>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9"/>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9"/>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9"/>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9"/>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9"/>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9"/>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9"/>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9"/>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9"/>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19"/>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19"/>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9"/>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9"/>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9"/>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9"/>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9"/>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9"/>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9"/>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9"/>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9"/>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9"/>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9"/>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9"/>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9"/>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9"/>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9"/>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9"/>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9"/>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9"/>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9"/>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9"/>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9"/>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9"/>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9"/>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9"/>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9"/>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9"/>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9"/>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9"/>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19"/>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9"/>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9"/>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9"/>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9"/>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9"/>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9"/>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9"/>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9"/>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9"/>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9"/>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9"/>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9"/>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9"/>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9"/>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9"/>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9"/>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9"/>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9"/>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9"/>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19"/>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9"/>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9"/>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9"/>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9"/>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9"/>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9"/>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9"/>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9"/>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9"/>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9"/>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19"/>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9"/>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9"/>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9"/>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9"/>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9"/>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9"/>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9"/>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9"/>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9"/>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9"/>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9"/>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9"/>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9"/>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9"/>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9"/>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9"/>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9"/>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9"/>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9"/>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9"/>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9"/>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19"/>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9"/>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9"/>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9"/>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9"/>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9"/>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9"/>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9"/>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9"/>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9"/>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9"/>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9"/>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9"/>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9"/>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9"/>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9"/>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9"/>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9"/>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9"/>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9"/>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9"/>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9"/>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9"/>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9"/>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9"/>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9"/>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9"/>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9"/>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9"/>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9"/>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9"/>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9"/>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9"/>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19"/>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9"/>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9"/>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9"/>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9"/>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9"/>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9"/>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9"/>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9"/>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19"/>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9"/>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9"/>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19"/>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9"/>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9"/>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9"/>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19"/>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9"/>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9"/>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9"/>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9"/>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9"/>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9"/>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9"/>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9"/>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9"/>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9"/>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19"/>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19"/>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9"/>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9"/>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9"/>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9"/>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9"/>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9"/>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9"/>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19"/>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19"/>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9"/>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9"/>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9"/>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9"/>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9"/>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9"/>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19"/>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19"/>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9"/>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9"/>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9"/>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9"/>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9"/>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9"/>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9"/>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9"/>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9"/>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9"/>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9"/>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9"/>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9"/>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9"/>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9"/>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9"/>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9"/>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9"/>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9"/>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9"/>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9"/>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9"/>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9"/>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19"/>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9"/>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9"/>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9"/>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9"/>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9"/>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9"/>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9"/>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9"/>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9"/>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9"/>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19"/>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19"/>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19"/>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9"/>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19"/>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9"/>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9"/>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9"/>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9"/>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9"/>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9"/>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19"/>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19"/>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9"/>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19"/>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19"/>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19"/>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9"/>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9"/>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9"/>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9"/>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9"/>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19"/>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19"/>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9"/>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9"/>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9"/>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9"/>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9"/>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9"/>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9"/>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9"/>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9"/>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9"/>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9"/>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9"/>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9"/>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9"/>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9"/>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9"/>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9"/>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9"/>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19"/>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19"/>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9"/>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9"/>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9"/>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9"/>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9"/>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9"/>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19"/>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19"/>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9"/>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9"/>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9"/>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9"/>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9"/>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19"/>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9"/>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9"/>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9"/>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9"/>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19"/>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9"/>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9"/>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9"/>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9"/>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9"/>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9"/>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9"/>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9"/>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9"/>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9"/>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9"/>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9"/>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9"/>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9"/>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9"/>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9"/>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9"/>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9"/>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9"/>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19"/>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19"/>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9"/>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9"/>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19"/>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19"/>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19"/>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9"/>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9"/>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9"/>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9"/>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9"/>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9"/>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9"/>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19"/>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19"/>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9"/>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9"/>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9"/>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19"/>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9"/>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9"/>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9"/>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9"/>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19"/>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19"/>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9"/>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9"/>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2" name="Google Shape;13282;p19"/>
          <p:cNvGrpSpPr/>
          <p:nvPr/>
        </p:nvGrpSpPr>
        <p:grpSpPr>
          <a:xfrm>
            <a:off x="235650" y="204150"/>
            <a:ext cx="8683925" cy="4735200"/>
            <a:chOff x="235650" y="204150"/>
            <a:chExt cx="8683925" cy="4735200"/>
          </a:xfrm>
        </p:grpSpPr>
        <p:sp>
          <p:nvSpPr>
            <p:cNvPr id="13283" name="Google Shape;13283;p19"/>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284" name="Google Shape;13284;p19"/>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3285" name="Google Shape;13285;p19"/>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9"/>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19"/>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88" name="Google Shape;13288;p19"/>
          <p:cNvSpPr txBox="1">
            <a:spLocks noGrp="1"/>
          </p:cNvSpPr>
          <p:nvPr>
            <p:ph type="title"/>
          </p:nvPr>
        </p:nvSpPr>
        <p:spPr>
          <a:xfrm>
            <a:off x="4271874" y="1187850"/>
            <a:ext cx="4158900" cy="17502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SzPts val="3000"/>
              <a:buNone/>
              <a:defRPr sz="10000"/>
            </a:lvl1pPr>
            <a:lvl2pPr lvl="1" algn="r" rtl="0">
              <a:spcBef>
                <a:spcPts val="0"/>
              </a:spcBef>
              <a:spcAft>
                <a:spcPts val="0"/>
              </a:spcAft>
              <a:buSzPts val="3000"/>
              <a:buNone/>
              <a:defRPr/>
            </a:lvl2pPr>
            <a:lvl3pPr lvl="2" algn="r" rtl="0">
              <a:spcBef>
                <a:spcPts val="0"/>
              </a:spcBef>
              <a:spcAft>
                <a:spcPts val="0"/>
              </a:spcAft>
              <a:buSzPts val="3000"/>
              <a:buNone/>
              <a:defRPr/>
            </a:lvl3pPr>
            <a:lvl4pPr lvl="3" algn="r" rtl="0">
              <a:spcBef>
                <a:spcPts val="0"/>
              </a:spcBef>
              <a:spcAft>
                <a:spcPts val="0"/>
              </a:spcAft>
              <a:buSzPts val="3000"/>
              <a:buNone/>
              <a:defRPr/>
            </a:lvl4pPr>
            <a:lvl5pPr lvl="4" algn="r" rtl="0">
              <a:spcBef>
                <a:spcPts val="0"/>
              </a:spcBef>
              <a:spcAft>
                <a:spcPts val="0"/>
              </a:spcAft>
              <a:buSzPts val="3000"/>
              <a:buNone/>
              <a:defRPr/>
            </a:lvl5pPr>
            <a:lvl6pPr lvl="5" algn="r" rtl="0">
              <a:spcBef>
                <a:spcPts val="0"/>
              </a:spcBef>
              <a:spcAft>
                <a:spcPts val="0"/>
              </a:spcAft>
              <a:buSzPts val="3000"/>
              <a:buNone/>
              <a:defRPr/>
            </a:lvl6pPr>
            <a:lvl7pPr lvl="6" algn="r" rtl="0">
              <a:spcBef>
                <a:spcPts val="0"/>
              </a:spcBef>
              <a:spcAft>
                <a:spcPts val="0"/>
              </a:spcAft>
              <a:buSzPts val="3000"/>
              <a:buNone/>
              <a:defRPr/>
            </a:lvl7pPr>
            <a:lvl8pPr lvl="7" algn="r" rtl="0">
              <a:spcBef>
                <a:spcPts val="0"/>
              </a:spcBef>
              <a:spcAft>
                <a:spcPts val="0"/>
              </a:spcAft>
              <a:buSzPts val="3000"/>
              <a:buNone/>
              <a:defRPr/>
            </a:lvl8pPr>
            <a:lvl9pPr lvl="8" algn="r" rtl="0">
              <a:spcBef>
                <a:spcPts val="0"/>
              </a:spcBef>
              <a:spcAft>
                <a:spcPts val="0"/>
              </a:spcAft>
              <a:buSzPts val="3000"/>
              <a:buNone/>
              <a:defRPr/>
            </a:lvl9pPr>
          </a:lstStyle>
          <a:p>
            <a:endParaRPr/>
          </a:p>
        </p:txBody>
      </p:sp>
      <p:sp>
        <p:nvSpPr>
          <p:cNvPr id="13289" name="Google Shape;13289;p19"/>
          <p:cNvSpPr txBox="1">
            <a:spLocks noGrp="1"/>
          </p:cNvSpPr>
          <p:nvPr>
            <p:ph type="subTitle" idx="1"/>
          </p:nvPr>
        </p:nvSpPr>
        <p:spPr>
          <a:xfrm>
            <a:off x="4875375" y="2894150"/>
            <a:ext cx="3555300" cy="7581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4">
  <p:cSld name="CUSTOM_12">
    <p:spTree>
      <p:nvGrpSpPr>
        <p:cNvPr id="1" name="Shape 13290"/>
        <p:cNvGrpSpPr/>
        <p:nvPr/>
      </p:nvGrpSpPr>
      <p:grpSpPr>
        <a:xfrm>
          <a:off x="0" y="0"/>
          <a:ext cx="0" cy="0"/>
          <a:chOff x="0" y="0"/>
          <a:chExt cx="0" cy="0"/>
        </a:xfrm>
      </p:grpSpPr>
      <p:grpSp>
        <p:nvGrpSpPr>
          <p:cNvPr id="13291" name="Google Shape;13291;p20"/>
          <p:cNvGrpSpPr/>
          <p:nvPr/>
        </p:nvGrpSpPr>
        <p:grpSpPr>
          <a:xfrm>
            <a:off x="38150" y="35427"/>
            <a:ext cx="9067465" cy="5072518"/>
            <a:chOff x="0" y="-63776"/>
            <a:chExt cx="9309513" cy="5207389"/>
          </a:xfrm>
        </p:grpSpPr>
        <p:sp>
          <p:nvSpPr>
            <p:cNvPr id="13292" name="Google Shape;13292;p20"/>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20"/>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20"/>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20"/>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20"/>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20"/>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20"/>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20"/>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20"/>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20"/>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20"/>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20"/>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20"/>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20"/>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20"/>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20"/>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20"/>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20"/>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20"/>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20"/>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20"/>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20"/>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20"/>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20"/>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20"/>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20"/>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20"/>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20"/>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20"/>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20"/>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20"/>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20"/>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20"/>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20"/>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20"/>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20"/>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20"/>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20"/>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20"/>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20"/>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20"/>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20"/>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20"/>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20"/>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20"/>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20"/>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20"/>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20"/>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20"/>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20"/>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20"/>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20"/>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20"/>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20"/>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20"/>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20"/>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20"/>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20"/>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20"/>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20"/>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20"/>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20"/>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20"/>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20"/>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20"/>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20"/>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20"/>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20"/>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20"/>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20"/>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20"/>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20"/>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20"/>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20"/>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20"/>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20"/>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20"/>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20"/>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20"/>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20"/>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20"/>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20"/>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20"/>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20"/>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20"/>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20"/>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20"/>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20"/>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20"/>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20"/>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20"/>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20"/>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20"/>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20"/>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20"/>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20"/>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20"/>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20"/>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20"/>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20"/>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20"/>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20"/>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20"/>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20"/>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20"/>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20"/>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20"/>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20"/>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20"/>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20"/>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20"/>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20"/>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20"/>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20"/>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20"/>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20"/>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20"/>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20"/>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20"/>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20"/>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20"/>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20"/>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20"/>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20"/>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20"/>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20"/>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20"/>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20"/>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20"/>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20"/>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20"/>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20"/>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20"/>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20"/>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20"/>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20"/>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20"/>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20"/>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20"/>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20"/>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20"/>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20"/>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20"/>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20"/>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20"/>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20"/>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20"/>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20"/>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20"/>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20"/>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20"/>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20"/>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20"/>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20"/>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20"/>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20"/>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20"/>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20"/>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20"/>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20"/>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20"/>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20"/>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20"/>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20"/>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20"/>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20"/>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20"/>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20"/>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20"/>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20"/>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20"/>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20"/>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20"/>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20"/>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20"/>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20"/>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20"/>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20"/>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20"/>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20"/>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20"/>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20"/>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20"/>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20"/>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20"/>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20"/>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20"/>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20"/>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20"/>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20"/>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20"/>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20"/>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20"/>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20"/>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20"/>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20"/>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20"/>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20"/>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20"/>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20"/>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20"/>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20"/>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20"/>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20"/>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20"/>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20"/>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20"/>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20"/>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20"/>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20"/>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20"/>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20"/>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20"/>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20"/>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20"/>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20"/>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20"/>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20"/>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20"/>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20"/>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20"/>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20"/>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20"/>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20"/>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20"/>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20"/>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20"/>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20"/>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20"/>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20"/>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20"/>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20"/>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20"/>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20"/>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20"/>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20"/>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20"/>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20"/>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20"/>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20"/>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20"/>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20"/>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20"/>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20"/>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20"/>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20"/>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20"/>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20"/>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20"/>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20"/>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20"/>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20"/>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20"/>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20"/>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20"/>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20"/>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20"/>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20"/>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20"/>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20"/>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20"/>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20"/>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20"/>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20"/>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20"/>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20"/>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20"/>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20"/>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20"/>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20"/>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20"/>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20"/>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20"/>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20"/>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20"/>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20"/>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20"/>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20"/>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20"/>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20"/>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20"/>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20"/>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20"/>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20"/>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20"/>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20"/>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20"/>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20"/>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20"/>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20"/>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20"/>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20"/>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20"/>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20"/>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20"/>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20"/>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20"/>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20"/>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20"/>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20"/>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20"/>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20"/>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20"/>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20"/>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20"/>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20"/>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20"/>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20"/>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20"/>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20"/>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20"/>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20"/>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20"/>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20"/>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20"/>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20"/>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20"/>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20"/>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20"/>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20"/>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20"/>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20"/>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20"/>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20"/>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20"/>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20"/>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20"/>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20"/>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20"/>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20"/>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20"/>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20"/>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20"/>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20"/>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20"/>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20"/>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20"/>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20"/>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20"/>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20"/>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20"/>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20"/>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20"/>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20"/>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20"/>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20"/>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20"/>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20"/>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20"/>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20"/>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20"/>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20"/>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20"/>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20"/>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20"/>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20"/>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20"/>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20"/>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20"/>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20"/>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20"/>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20"/>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20"/>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20"/>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20"/>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20"/>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20"/>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20"/>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20"/>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20"/>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20"/>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20"/>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20"/>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20"/>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20"/>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20"/>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20"/>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20"/>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20"/>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20"/>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20"/>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20"/>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20"/>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20"/>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20"/>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20"/>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20"/>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20"/>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20"/>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20"/>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20"/>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20"/>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20"/>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20"/>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20"/>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20"/>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20"/>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20"/>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20"/>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20"/>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20"/>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20"/>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20"/>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20"/>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20"/>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20"/>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20"/>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20"/>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20"/>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20"/>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20"/>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20"/>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20"/>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20"/>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20"/>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20"/>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20"/>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20"/>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20"/>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20"/>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20"/>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20"/>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20"/>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20"/>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20"/>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20"/>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20"/>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20"/>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20"/>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20"/>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20"/>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20"/>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20"/>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20"/>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20"/>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20"/>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20"/>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20"/>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20"/>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20"/>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20"/>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20"/>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20"/>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20"/>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20"/>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20"/>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20"/>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20"/>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20"/>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20"/>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20"/>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20"/>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20"/>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20"/>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20"/>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20"/>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20"/>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20"/>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20"/>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20"/>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20"/>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20"/>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20"/>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20"/>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20"/>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20"/>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20"/>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20"/>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20"/>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20"/>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20"/>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20"/>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20"/>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20"/>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20"/>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20"/>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20"/>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20"/>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20"/>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20"/>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20"/>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20"/>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20"/>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20"/>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20"/>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20"/>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20"/>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20"/>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20"/>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20"/>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20"/>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20"/>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20"/>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20"/>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20"/>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20"/>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20"/>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20"/>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20"/>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20"/>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20"/>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20"/>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20"/>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20"/>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20"/>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20"/>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20"/>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20"/>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20"/>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20"/>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20"/>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20"/>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20"/>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20"/>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20"/>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20"/>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20"/>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20"/>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20"/>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20"/>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20"/>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20"/>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20"/>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20"/>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20"/>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20"/>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20"/>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20"/>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20"/>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20"/>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20"/>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20"/>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20"/>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20"/>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20"/>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20"/>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20"/>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20"/>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20"/>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20"/>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20"/>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20"/>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20"/>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20"/>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20"/>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20"/>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20"/>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20"/>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20"/>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20"/>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20"/>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20"/>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20"/>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20"/>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20"/>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20"/>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20"/>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20"/>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20"/>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20"/>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20"/>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20"/>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20"/>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20"/>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20"/>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20"/>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20"/>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20"/>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20"/>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20"/>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20"/>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20"/>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20"/>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20"/>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20"/>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20"/>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20"/>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20"/>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20"/>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20"/>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20"/>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20"/>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20"/>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20"/>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20"/>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20"/>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20"/>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20"/>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20"/>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20"/>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20"/>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20"/>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20"/>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20"/>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20"/>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20"/>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20"/>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20"/>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20"/>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20"/>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20"/>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20"/>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20"/>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20"/>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20"/>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20"/>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20"/>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20"/>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20"/>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20"/>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20"/>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20"/>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20"/>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20"/>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20"/>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20"/>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20"/>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20"/>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20"/>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20"/>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20"/>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20"/>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20"/>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20"/>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20"/>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20"/>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20"/>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20"/>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20"/>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20"/>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20"/>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20"/>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20"/>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20"/>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20"/>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20"/>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20"/>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20"/>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20"/>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20"/>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20"/>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20"/>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20"/>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20"/>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20"/>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20"/>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20"/>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20"/>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20"/>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20"/>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20"/>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20"/>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20"/>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20"/>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20"/>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20"/>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20"/>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20"/>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20"/>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20"/>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20"/>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20"/>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20"/>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20"/>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20"/>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20"/>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20"/>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20"/>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20"/>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20"/>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20"/>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20"/>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20"/>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20"/>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20"/>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20"/>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20"/>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20"/>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20"/>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20"/>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20"/>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20"/>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20"/>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20"/>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20"/>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20"/>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20"/>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20"/>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20"/>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20"/>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20"/>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20"/>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20"/>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20"/>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20"/>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20"/>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20"/>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20"/>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20"/>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20"/>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20"/>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20"/>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20"/>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20"/>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20"/>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20"/>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20"/>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20"/>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20"/>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20"/>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20"/>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20"/>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20"/>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20"/>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20"/>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20"/>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20"/>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20"/>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20"/>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20"/>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20"/>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20"/>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20"/>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20"/>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20"/>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20"/>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20"/>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20"/>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20"/>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20"/>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20"/>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20"/>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20"/>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20"/>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20"/>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20"/>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20"/>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20"/>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20"/>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20"/>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20"/>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20"/>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20"/>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20"/>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20"/>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20"/>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20"/>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20"/>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20"/>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20"/>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20"/>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20"/>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20"/>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20"/>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20"/>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20"/>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20"/>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20"/>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20"/>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20"/>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20"/>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20"/>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20"/>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20"/>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20"/>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20"/>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20"/>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20"/>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20"/>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20"/>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20"/>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20"/>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20"/>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20"/>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20"/>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20"/>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20"/>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20"/>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20"/>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20"/>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20"/>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20"/>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20"/>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20"/>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20"/>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20"/>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20"/>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20"/>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20"/>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20"/>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20"/>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20"/>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20"/>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20"/>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20"/>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20"/>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20"/>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20"/>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20"/>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20"/>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20"/>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20"/>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20"/>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20"/>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20"/>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20"/>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20"/>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20"/>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20"/>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20"/>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20"/>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20"/>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20"/>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20"/>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20"/>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20"/>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20"/>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20"/>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20"/>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1" name="Google Shape;14111;p20"/>
          <p:cNvGrpSpPr/>
          <p:nvPr/>
        </p:nvGrpSpPr>
        <p:grpSpPr>
          <a:xfrm>
            <a:off x="235650" y="204150"/>
            <a:ext cx="8683925" cy="4735200"/>
            <a:chOff x="235650" y="204150"/>
            <a:chExt cx="8683925" cy="4735200"/>
          </a:xfrm>
        </p:grpSpPr>
        <p:sp>
          <p:nvSpPr>
            <p:cNvPr id="14112" name="Google Shape;14112;p20"/>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13" name="Google Shape;14113;p20"/>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4114" name="Google Shape;14114;p20"/>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20"/>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20"/>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17" name="Google Shape;14117;p20"/>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atin typeface="Barlow"/>
                <a:ea typeface="Barlow"/>
                <a:cs typeface="Barlow"/>
                <a:sym typeface="Barlow"/>
              </a:defRPr>
            </a:lvl2pPr>
            <a:lvl3pPr lvl="2">
              <a:spcBef>
                <a:spcPts val="0"/>
              </a:spcBef>
              <a:spcAft>
                <a:spcPts val="0"/>
              </a:spcAft>
              <a:buSzPts val="3000"/>
              <a:buNone/>
              <a:defRPr>
                <a:latin typeface="Barlow"/>
                <a:ea typeface="Barlow"/>
                <a:cs typeface="Barlow"/>
                <a:sym typeface="Barlow"/>
              </a:defRPr>
            </a:lvl3pPr>
            <a:lvl4pPr lvl="3">
              <a:spcBef>
                <a:spcPts val="0"/>
              </a:spcBef>
              <a:spcAft>
                <a:spcPts val="0"/>
              </a:spcAft>
              <a:buSzPts val="3000"/>
              <a:buNone/>
              <a:defRPr>
                <a:latin typeface="Barlow"/>
                <a:ea typeface="Barlow"/>
                <a:cs typeface="Barlow"/>
                <a:sym typeface="Barlow"/>
              </a:defRPr>
            </a:lvl4pPr>
            <a:lvl5pPr lvl="4">
              <a:spcBef>
                <a:spcPts val="0"/>
              </a:spcBef>
              <a:spcAft>
                <a:spcPts val="0"/>
              </a:spcAft>
              <a:buSzPts val="3000"/>
              <a:buNone/>
              <a:defRPr>
                <a:latin typeface="Barlow"/>
                <a:ea typeface="Barlow"/>
                <a:cs typeface="Barlow"/>
                <a:sym typeface="Barlow"/>
              </a:defRPr>
            </a:lvl5pPr>
            <a:lvl6pPr lvl="5">
              <a:spcBef>
                <a:spcPts val="0"/>
              </a:spcBef>
              <a:spcAft>
                <a:spcPts val="0"/>
              </a:spcAft>
              <a:buSzPts val="3000"/>
              <a:buNone/>
              <a:defRPr>
                <a:latin typeface="Barlow"/>
                <a:ea typeface="Barlow"/>
                <a:cs typeface="Barlow"/>
                <a:sym typeface="Barlow"/>
              </a:defRPr>
            </a:lvl6pPr>
            <a:lvl7pPr lvl="6">
              <a:spcBef>
                <a:spcPts val="0"/>
              </a:spcBef>
              <a:spcAft>
                <a:spcPts val="0"/>
              </a:spcAft>
              <a:buSzPts val="3000"/>
              <a:buNone/>
              <a:defRPr>
                <a:latin typeface="Barlow"/>
                <a:ea typeface="Barlow"/>
                <a:cs typeface="Barlow"/>
                <a:sym typeface="Barlow"/>
              </a:defRPr>
            </a:lvl7pPr>
            <a:lvl8pPr lvl="7">
              <a:spcBef>
                <a:spcPts val="0"/>
              </a:spcBef>
              <a:spcAft>
                <a:spcPts val="0"/>
              </a:spcAft>
              <a:buSzPts val="3000"/>
              <a:buNone/>
              <a:defRPr>
                <a:latin typeface="Barlow"/>
                <a:ea typeface="Barlow"/>
                <a:cs typeface="Barlow"/>
                <a:sym typeface="Barlow"/>
              </a:defRPr>
            </a:lvl8pPr>
            <a:lvl9pPr lvl="8">
              <a:spcBef>
                <a:spcPts val="0"/>
              </a:spcBef>
              <a:spcAft>
                <a:spcPts val="0"/>
              </a:spcAft>
              <a:buSzPts val="3000"/>
              <a:buNone/>
              <a:defRPr>
                <a:latin typeface="Barlow"/>
                <a:ea typeface="Barlow"/>
                <a:cs typeface="Barlow"/>
                <a:sym typeface="Barlow"/>
              </a:defRPr>
            </a:lvl9pPr>
          </a:lstStyle>
          <a:p>
            <a:endParaRPr/>
          </a:p>
        </p:txBody>
      </p:sp>
      <p:sp>
        <p:nvSpPr>
          <p:cNvPr id="14118" name="Google Shape;14118;p20"/>
          <p:cNvSpPr txBox="1">
            <a:spLocks noGrp="1"/>
          </p:cNvSpPr>
          <p:nvPr>
            <p:ph type="subTitle" idx="1"/>
          </p:nvPr>
        </p:nvSpPr>
        <p:spPr>
          <a:xfrm>
            <a:off x="1586475" y="3998225"/>
            <a:ext cx="5971200" cy="6057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SzPts val="1400"/>
              <a:buNone/>
              <a:defRPr/>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5">
  <p:cSld name="CUSTOM_12_1">
    <p:spTree>
      <p:nvGrpSpPr>
        <p:cNvPr id="1" name="Shape 14119"/>
        <p:cNvGrpSpPr/>
        <p:nvPr/>
      </p:nvGrpSpPr>
      <p:grpSpPr>
        <a:xfrm>
          <a:off x="0" y="0"/>
          <a:ext cx="0" cy="0"/>
          <a:chOff x="0" y="0"/>
          <a:chExt cx="0" cy="0"/>
        </a:xfrm>
      </p:grpSpPr>
      <p:grpSp>
        <p:nvGrpSpPr>
          <p:cNvPr id="14120" name="Google Shape;14120;p21"/>
          <p:cNvGrpSpPr/>
          <p:nvPr/>
        </p:nvGrpSpPr>
        <p:grpSpPr>
          <a:xfrm>
            <a:off x="38150" y="35427"/>
            <a:ext cx="9067465" cy="5072518"/>
            <a:chOff x="0" y="-63776"/>
            <a:chExt cx="9309513" cy="5207389"/>
          </a:xfrm>
        </p:grpSpPr>
        <p:sp>
          <p:nvSpPr>
            <p:cNvPr id="14121" name="Google Shape;14121;p21"/>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21"/>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21"/>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21"/>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21"/>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21"/>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21"/>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21"/>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21"/>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21"/>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21"/>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21"/>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21"/>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21"/>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21"/>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21"/>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21"/>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21"/>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21"/>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21"/>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21"/>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21"/>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21"/>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21"/>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21"/>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21"/>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21"/>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21"/>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21"/>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21"/>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21"/>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21"/>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21"/>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21"/>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21"/>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21"/>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21"/>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21"/>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21"/>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21"/>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21"/>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21"/>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21"/>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21"/>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21"/>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21"/>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21"/>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21"/>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21"/>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21"/>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21"/>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21"/>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21"/>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21"/>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21"/>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21"/>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21"/>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21"/>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21"/>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21"/>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21"/>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21"/>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21"/>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21"/>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21"/>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21"/>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21"/>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21"/>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21"/>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21"/>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21"/>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21"/>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21"/>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21"/>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21"/>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21"/>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21"/>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21"/>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21"/>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21"/>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21"/>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21"/>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21"/>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21"/>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21"/>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21"/>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21"/>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21"/>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21"/>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21"/>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21"/>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21"/>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21"/>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21"/>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21"/>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21"/>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21"/>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21"/>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21"/>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21"/>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21"/>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21"/>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21"/>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21"/>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21"/>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21"/>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21"/>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21"/>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21"/>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21"/>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21"/>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21"/>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21"/>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21"/>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21"/>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21"/>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21"/>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21"/>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21"/>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21"/>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21"/>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21"/>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21"/>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21"/>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21"/>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21"/>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21"/>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21"/>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21"/>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21"/>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21"/>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21"/>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21"/>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21"/>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21"/>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21"/>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21"/>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21"/>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21"/>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21"/>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21"/>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21"/>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21"/>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21"/>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21"/>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21"/>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21"/>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21"/>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21"/>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21"/>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21"/>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21"/>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21"/>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21"/>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21"/>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21"/>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21"/>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21"/>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21"/>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21"/>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21"/>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21"/>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21"/>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21"/>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21"/>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21"/>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21"/>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21"/>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21"/>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21"/>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21"/>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21"/>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21"/>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21"/>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21"/>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21"/>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21"/>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21"/>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21"/>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21"/>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21"/>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21"/>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21"/>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21"/>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21"/>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21"/>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21"/>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21"/>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21"/>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21"/>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21"/>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21"/>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21"/>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21"/>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21"/>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21"/>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21"/>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21"/>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21"/>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21"/>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21"/>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21"/>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21"/>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21"/>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21"/>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21"/>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21"/>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21"/>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21"/>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21"/>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21"/>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21"/>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21"/>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21"/>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21"/>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21"/>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21"/>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21"/>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21"/>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21"/>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21"/>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21"/>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21"/>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21"/>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21"/>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21"/>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21"/>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21"/>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21"/>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21"/>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21"/>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21"/>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21"/>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21"/>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21"/>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21"/>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21"/>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21"/>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21"/>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21"/>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21"/>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21"/>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21"/>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21"/>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21"/>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21"/>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21"/>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21"/>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21"/>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21"/>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21"/>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21"/>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21"/>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21"/>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21"/>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21"/>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21"/>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21"/>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21"/>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21"/>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21"/>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21"/>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21"/>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21"/>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21"/>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21"/>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21"/>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21"/>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21"/>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21"/>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21"/>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21"/>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21"/>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21"/>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21"/>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21"/>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21"/>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21"/>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21"/>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21"/>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21"/>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21"/>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21"/>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21"/>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21"/>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21"/>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21"/>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21"/>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21"/>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21"/>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21"/>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21"/>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21"/>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21"/>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21"/>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21"/>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21"/>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21"/>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21"/>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21"/>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21"/>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21"/>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21"/>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21"/>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21"/>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21"/>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21"/>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21"/>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21"/>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21"/>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21"/>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21"/>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21"/>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21"/>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21"/>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21"/>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21"/>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21"/>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21"/>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21"/>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21"/>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21"/>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21"/>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21"/>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21"/>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21"/>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21"/>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21"/>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21"/>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21"/>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21"/>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21"/>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21"/>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21"/>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21"/>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21"/>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21"/>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21"/>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21"/>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21"/>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21"/>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21"/>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21"/>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21"/>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21"/>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21"/>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21"/>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21"/>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21"/>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21"/>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21"/>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21"/>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21"/>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21"/>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21"/>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21"/>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21"/>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21"/>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21"/>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21"/>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21"/>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21"/>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21"/>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21"/>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21"/>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21"/>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21"/>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21"/>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21"/>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21"/>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21"/>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21"/>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21"/>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21"/>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21"/>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21"/>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21"/>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21"/>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21"/>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21"/>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21"/>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21"/>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21"/>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21"/>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21"/>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21"/>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21"/>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21"/>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21"/>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21"/>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21"/>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21"/>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21"/>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21"/>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21"/>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21"/>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21"/>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21"/>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21"/>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21"/>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21"/>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21"/>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21"/>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21"/>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21"/>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21"/>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21"/>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21"/>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21"/>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21"/>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21"/>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21"/>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21"/>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21"/>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21"/>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21"/>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21"/>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21"/>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21"/>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21"/>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21"/>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21"/>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21"/>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21"/>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21"/>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21"/>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21"/>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21"/>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21"/>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21"/>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21"/>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21"/>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21"/>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21"/>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21"/>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21"/>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21"/>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21"/>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21"/>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21"/>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21"/>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21"/>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21"/>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21"/>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21"/>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21"/>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21"/>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21"/>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21"/>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21"/>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21"/>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21"/>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21"/>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21"/>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21"/>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21"/>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21"/>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21"/>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21"/>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21"/>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21"/>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21"/>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21"/>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21"/>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21"/>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21"/>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21"/>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21"/>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21"/>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21"/>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21"/>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21"/>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21"/>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21"/>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21"/>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21"/>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21"/>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21"/>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21"/>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21"/>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21"/>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21"/>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21"/>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21"/>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21"/>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21"/>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21"/>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21"/>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21"/>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21"/>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21"/>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21"/>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21"/>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21"/>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21"/>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21"/>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21"/>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21"/>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21"/>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21"/>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21"/>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21"/>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21"/>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21"/>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21"/>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21"/>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21"/>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21"/>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21"/>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21"/>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21"/>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21"/>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21"/>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21"/>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21"/>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21"/>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21"/>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21"/>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21"/>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21"/>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21"/>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21"/>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21"/>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21"/>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21"/>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21"/>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21"/>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21"/>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21"/>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21"/>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21"/>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21"/>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21"/>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21"/>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21"/>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21"/>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21"/>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21"/>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21"/>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21"/>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21"/>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21"/>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21"/>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21"/>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21"/>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21"/>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21"/>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21"/>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21"/>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21"/>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21"/>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21"/>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21"/>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21"/>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21"/>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21"/>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21"/>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21"/>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21"/>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21"/>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21"/>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21"/>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21"/>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21"/>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21"/>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21"/>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21"/>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21"/>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21"/>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21"/>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21"/>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21"/>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21"/>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21"/>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21"/>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21"/>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21"/>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21"/>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21"/>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21"/>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21"/>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21"/>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21"/>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21"/>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21"/>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21"/>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21"/>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21"/>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21"/>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21"/>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21"/>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21"/>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21"/>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21"/>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21"/>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21"/>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21"/>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21"/>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21"/>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21"/>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21"/>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21"/>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21"/>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21"/>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21"/>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21"/>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21"/>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21"/>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21"/>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21"/>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21"/>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21"/>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21"/>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21"/>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21"/>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21"/>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21"/>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21"/>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21"/>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21"/>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21"/>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21"/>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21"/>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21"/>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21"/>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21"/>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21"/>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21"/>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21"/>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21"/>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21"/>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21"/>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21"/>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21"/>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21"/>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21"/>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21"/>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21"/>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21"/>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21"/>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21"/>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21"/>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21"/>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21"/>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21"/>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21"/>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21"/>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21"/>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21"/>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21"/>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21"/>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21"/>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21"/>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21"/>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21"/>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21"/>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21"/>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21"/>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21"/>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21"/>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21"/>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21"/>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21"/>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21"/>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21"/>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21"/>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21"/>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21"/>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21"/>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21"/>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21"/>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21"/>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21"/>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21"/>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21"/>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21"/>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21"/>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21"/>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21"/>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21"/>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21"/>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21"/>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21"/>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21"/>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21"/>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21"/>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21"/>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21"/>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21"/>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21"/>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21"/>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21"/>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21"/>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21"/>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21"/>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21"/>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21"/>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21"/>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21"/>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21"/>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21"/>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21"/>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21"/>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21"/>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21"/>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21"/>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21"/>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21"/>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21"/>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21"/>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21"/>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21"/>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21"/>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21"/>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21"/>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21"/>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21"/>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21"/>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21"/>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21"/>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21"/>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21"/>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21"/>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21"/>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21"/>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21"/>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21"/>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21"/>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21"/>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21"/>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21"/>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21"/>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21"/>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21"/>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21"/>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21"/>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21"/>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21"/>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21"/>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21"/>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21"/>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21"/>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21"/>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21"/>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21"/>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21"/>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21"/>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21"/>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21"/>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21"/>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21"/>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21"/>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21"/>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21"/>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21"/>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21"/>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21"/>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21"/>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21"/>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21"/>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21"/>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21"/>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21"/>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21"/>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21"/>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21"/>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21"/>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21"/>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21"/>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21"/>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21"/>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21"/>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21"/>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21"/>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21"/>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21"/>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21"/>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21"/>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21"/>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21"/>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21"/>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21"/>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21"/>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21"/>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21"/>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21"/>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21"/>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21"/>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21"/>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21"/>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21"/>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21"/>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21"/>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21"/>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21"/>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21"/>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21"/>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21"/>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21"/>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21"/>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21"/>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21"/>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21"/>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21"/>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21"/>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21"/>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21"/>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21"/>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21"/>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21"/>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21"/>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21"/>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21"/>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21"/>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21"/>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21"/>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21"/>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21"/>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21"/>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0" name="Google Shape;14940;p21"/>
          <p:cNvGrpSpPr/>
          <p:nvPr/>
        </p:nvGrpSpPr>
        <p:grpSpPr>
          <a:xfrm>
            <a:off x="235650" y="204150"/>
            <a:ext cx="8683925" cy="4735200"/>
            <a:chOff x="235650" y="204150"/>
            <a:chExt cx="8683925" cy="4735200"/>
          </a:xfrm>
        </p:grpSpPr>
        <p:sp>
          <p:nvSpPr>
            <p:cNvPr id="14941" name="Google Shape;14941;p21"/>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42" name="Google Shape;14942;p21"/>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4943" name="Google Shape;14943;p21"/>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21"/>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21"/>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6" name="Google Shape;14946;p21"/>
          <p:cNvSpPr txBox="1">
            <a:spLocks noGrp="1"/>
          </p:cNvSpPr>
          <p:nvPr>
            <p:ph type="title"/>
          </p:nvPr>
        </p:nvSpPr>
        <p:spPr>
          <a:xfrm>
            <a:off x="1016100" y="1783288"/>
            <a:ext cx="2630400" cy="572700"/>
          </a:xfrm>
          <a:prstGeom prst="rect">
            <a:avLst/>
          </a:prstGeom>
        </p:spPr>
        <p:txBody>
          <a:bodyPr spcFirstLastPara="1" wrap="square" lIns="91425" tIns="91425" rIns="91425" bIns="91425" anchor="b" anchorCtr="0">
            <a:noAutofit/>
          </a:bodyPr>
          <a:lstStyle>
            <a:lvl1pPr lvl="0" algn="l" rtl="0">
              <a:lnSpc>
                <a:spcPct val="115000"/>
              </a:lnSpc>
              <a:spcBef>
                <a:spcPts val="0"/>
              </a:spcBef>
              <a:spcAft>
                <a:spcPts val="0"/>
              </a:spcAft>
              <a:buSzPts val="3000"/>
              <a:buNone/>
              <a:defRPr/>
            </a:lvl1pPr>
            <a:lvl2pPr lvl="1" algn="l" rtl="0">
              <a:lnSpc>
                <a:spcPct val="115000"/>
              </a:lnSpc>
              <a:spcBef>
                <a:spcPts val="0"/>
              </a:spcBef>
              <a:spcAft>
                <a:spcPts val="0"/>
              </a:spcAft>
              <a:buSzPts val="3000"/>
              <a:buNone/>
              <a:defRPr/>
            </a:lvl2pPr>
            <a:lvl3pPr lvl="2" algn="l" rtl="0">
              <a:lnSpc>
                <a:spcPct val="115000"/>
              </a:lnSpc>
              <a:spcBef>
                <a:spcPts val="0"/>
              </a:spcBef>
              <a:spcAft>
                <a:spcPts val="0"/>
              </a:spcAft>
              <a:buSzPts val="3000"/>
              <a:buNone/>
              <a:defRPr/>
            </a:lvl3pPr>
            <a:lvl4pPr lvl="3" algn="l" rtl="0">
              <a:lnSpc>
                <a:spcPct val="115000"/>
              </a:lnSpc>
              <a:spcBef>
                <a:spcPts val="0"/>
              </a:spcBef>
              <a:spcAft>
                <a:spcPts val="0"/>
              </a:spcAft>
              <a:buSzPts val="3000"/>
              <a:buNone/>
              <a:defRPr/>
            </a:lvl4pPr>
            <a:lvl5pPr lvl="4" algn="l" rtl="0">
              <a:lnSpc>
                <a:spcPct val="115000"/>
              </a:lnSpc>
              <a:spcBef>
                <a:spcPts val="0"/>
              </a:spcBef>
              <a:spcAft>
                <a:spcPts val="0"/>
              </a:spcAft>
              <a:buSzPts val="3000"/>
              <a:buNone/>
              <a:defRPr/>
            </a:lvl5pPr>
            <a:lvl6pPr lvl="5" algn="l" rtl="0">
              <a:lnSpc>
                <a:spcPct val="115000"/>
              </a:lnSpc>
              <a:spcBef>
                <a:spcPts val="0"/>
              </a:spcBef>
              <a:spcAft>
                <a:spcPts val="0"/>
              </a:spcAft>
              <a:buSzPts val="3000"/>
              <a:buNone/>
              <a:defRPr/>
            </a:lvl6pPr>
            <a:lvl7pPr lvl="6" algn="l" rtl="0">
              <a:lnSpc>
                <a:spcPct val="115000"/>
              </a:lnSpc>
              <a:spcBef>
                <a:spcPts val="0"/>
              </a:spcBef>
              <a:spcAft>
                <a:spcPts val="0"/>
              </a:spcAft>
              <a:buSzPts val="3000"/>
              <a:buNone/>
              <a:defRPr/>
            </a:lvl7pPr>
            <a:lvl8pPr lvl="7" algn="l" rtl="0">
              <a:lnSpc>
                <a:spcPct val="115000"/>
              </a:lnSpc>
              <a:spcBef>
                <a:spcPts val="0"/>
              </a:spcBef>
              <a:spcAft>
                <a:spcPts val="0"/>
              </a:spcAft>
              <a:buSzPts val="3000"/>
              <a:buNone/>
              <a:defRPr/>
            </a:lvl8pPr>
            <a:lvl9pPr lvl="8" algn="l" rtl="0">
              <a:lnSpc>
                <a:spcPct val="115000"/>
              </a:lnSpc>
              <a:spcBef>
                <a:spcPts val="0"/>
              </a:spcBef>
              <a:spcAft>
                <a:spcPts val="0"/>
              </a:spcAft>
              <a:buSzPts val="3000"/>
              <a:buNone/>
              <a:defRPr/>
            </a:lvl9pPr>
          </a:lstStyle>
          <a:p>
            <a:endParaRPr/>
          </a:p>
        </p:txBody>
      </p:sp>
      <p:sp>
        <p:nvSpPr>
          <p:cNvPr id="14947" name="Google Shape;14947;p21"/>
          <p:cNvSpPr txBox="1">
            <a:spLocks noGrp="1"/>
          </p:cNvSpPr>
          <p:nvPr>
            <p:ph type="subTitle" idx="1"/>
          </p:nvPr>
        </p:nvSpPr>
        <p:spPr>
          <a:xfrm>
            <a:off x="1016225" y="2279803"/>
            <a:ext cx="2630400" cy="1382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6">
  <p:cSld name="CUSTOM_12_1_1">
    <p:spTree>
      <p:nvGrpSpPr>
        <p:cNvPr id="1" name="Shape 14948"/>
        <p:cNvGrpSpPr/>
        <p:nvPr/>
      </p:nvGrpSpPr>
      <p:grpSpPr>
        <a:xfrm>
          <a:off x="0" y="0"/>
          <a:ext cx="0" cy="0"/>
          <a:chOff x="0" y="0"/>
          <a:chExt cx="0" cy="0"/>
        </a:xfrm>
      </p:grpSpPr>
      <p:grpSp>
        <p:nvGrpSpPr>
          <p:cNvPr id="14949" name="Google Shape;14949;p22"/>
          <p:cNvGrpSpPr/>
          <p:nvPr/>
        </p:nvGrpSpPr>
        <p:grpSpPr>
          <a:xfrm>
            <a:off x="38150" y="35427"/>
            <a:ext cx="9067465" cy="5072518"/>
            <a:chOff x="0" y="-63776"/>
            <a:chExt cx="9309513" cy="5207389"/>
          </a:xfrm>
        </p:grpSpPr>
        <p:sp>
          <p:nvSpPr>
            <p:cNvPr id="14950" name="Google Shape;14950;p22"/>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22"/>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22"/>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22"/>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22"/>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22"/>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22"/>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22"/>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22"/>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22"/>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22"/>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22"/>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22"/>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22"/>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22"/>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22"/>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22"/>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22"/>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22"/>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22"/>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22"/>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22"/>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22"/>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22"/>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22"/>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22"/>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22"/>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22"/>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22"/>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22"/>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22"/>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22"/>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22"/>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22"/>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22"/>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22"/>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22"/>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22"/>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22"/>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22"/>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22"/>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22"/>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22"/>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22"/>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22"/>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22"/>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22"/>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22"/>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22"/>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22"/>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22"/>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22"/>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22"/>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22"/>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22"/>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22"/>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22"/>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22"/>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22"/>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22"/>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22"/>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22"/>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22"/>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22"/>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22"/>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22"/>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22"/>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22"/>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22"/>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22"/>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22"/>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22"/>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22"/>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22"/>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22"/>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22"/>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22"/>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22"/>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22"/>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22"/>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22"/>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22"/>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22"/>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22"/>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22"/>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22"/>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22"/>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22"/>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22"/>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22"/>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22"/>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22"/>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22"/>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22"/>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22"/>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22"/>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22"/>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22"/>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22"/>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22"/>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22"/>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22"/>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22"/>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22"/>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22"/>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22"/>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22"/>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22"/>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22"/>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22"/>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22"/>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22"/>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22"/>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22"/>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22"/>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22"/>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22"/>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22"/>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22"/>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22"/>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22"/>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22"/>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22"/>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22"/>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22"/>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22"/>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22"/>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22"/>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22"/>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22"/>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22"/>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22"/>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22"/>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22"/>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22"/>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22"/>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22"/>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22"/>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22"/>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22"/>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22"/>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22"/>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22"/>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22"/>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22"/>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22"/>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22"/>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22"/>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22"/>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22"/>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22"/>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22"/>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22"/>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22"/>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22"/>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22"/>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22"/>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22"/>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22"/>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22"/>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22"/>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22"/>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22"/>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22"/>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22"/>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22"/>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22"/>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22"/>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22"/>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22"/>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22"/>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22"/>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22"/>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22"/>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22"/>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22"/>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22"/>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22"/>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22"/>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22"/>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22"/>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22"/>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22"/>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22"/>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22"/>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22"/>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22"/>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22"/>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22"/>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22"/>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22"/>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22"/>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22"/>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22"/>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22"/>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22"/>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22"/>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22"/>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22"/>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22"/>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22"/>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22"/>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22"/>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22"/>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22"/>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22"/>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22"/>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22"/>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22"/>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22"/>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22"/>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22"/>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22"/>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22"/>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22"/>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22"/>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22"/>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22"/>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22"/>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22"/>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22"/>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22"/>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22"/>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22"/>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22"/>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22"/>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22"/>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22"/>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22"/>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22"/>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22"/>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22"/>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22"/>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22"/>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22"/>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22"/>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22"/>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22"/>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22"/>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22"/>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22"/>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22"/>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22"/>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22"/>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22"/>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22"/>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22"/>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22"/>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22"/>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22"/>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22"/>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22"/>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22"/>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22"/>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22"/>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22"/>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22"/>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22"/>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22"/>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22"/>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22"/>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22"/>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22"/>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22"/>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22"/>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22"/>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22"/>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22"/>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22"/>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22"/>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22"/>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22"/>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22"/>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22"/>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22"/>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22"/>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22"/>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22"/>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22"/>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22"/>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22"/>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22"/>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22"/>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22"/>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22"/>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22"/>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22"/>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22"/>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22"/>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22"/>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22"/>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22"/>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22"/>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22"/>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22"/>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22"/>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22"/>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22"/>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22"/>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22"/>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22"/>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22"/>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22"/>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22"/>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22"/>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22"/>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22"/>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22"/>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22"/>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22"/>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22"/>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22"/>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22"/>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22"/>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22"/>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22"/>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22"/>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22"/>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22"/>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22"/>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22"/>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22"/>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22"/>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22"/>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22"/>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22"/>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22"/>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22"/>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22"/>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22"/>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22"/>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22"/>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22"/>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22"/>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22"/>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22"/>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22"/>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22"/>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22"/>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22"/>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22"/>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22"/>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22"/>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22"/>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22"/>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22"/>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22"/>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22"/>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22"/>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22"/>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22"/>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22"/>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22"/>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22"/>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22"/>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22"/>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22"/>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22"/>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22"/>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22"/>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22"/>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22"/>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22"/>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22"/>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22"/>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22"/>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22"/>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22"/>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22"/>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22"/>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22"/>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22"/>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22"/>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22"/>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22"/>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22"/>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22"/>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22"/>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22"/>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22"/>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22"/>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22"/>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22"/>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22"/>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22"/>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22"/>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22"/>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22"/>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22"/>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22"/>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22"/>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22"/>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22"/>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22"/>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22"/>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22"/>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22"/>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22"/>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22"/>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22"/>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22"/>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22"/>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22"/>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22"/>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22"/>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22"/>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22"/>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22"/>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22"/>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22"/>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22"/>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22"/>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22"/>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22"/>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22"/>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22"/>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22"/>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22"/>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22"/>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22"/>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22"/>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22"/>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22"/>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22"/>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22"/>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22"/>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22"/>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22"/>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22"/>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22"/>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22"/>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22"/>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22"/>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22"/>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22"/>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22"/>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22"/>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22"/>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22"/>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22"/>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22"/>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22"/>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22"/>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22"/>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22"/>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22"/>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22"/>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22"/>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22"/>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22"/>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22"/>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22"/>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22"/>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22"/>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22"/>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22"/>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22"/>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22"/>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22"/>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22"/>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22"/>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22"/>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22"/>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22"/>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22"/>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22"/>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22"/>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22"/>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22"/>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22"/>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22"/>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22"/>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22"/>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22"/>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22"/>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22"/>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22"/>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22"/>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22"/>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22"/>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22"/>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22"/>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22"/>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22"/>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22"/>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22"/>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22"/>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22"/>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22"/>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22"/>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22"/>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22"/>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22"/>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22"/>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22"/>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22"/>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22"/>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22"/>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22"/>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22"/>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22"/>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22"/>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22"/>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22"/>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22"/>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22"/>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22"/>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22"/>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22"/>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22"/>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22"/>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22"/>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22"/>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22"/>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22"/>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22"/>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22"/>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22"/>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22"/>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22"/>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22"/>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22"/>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22"/>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22"/>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22"/>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22"/>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22"/>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22"/>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22"/>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22"/>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22"/>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22"/>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22"/>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22"/>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22"/>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22"/>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22"/>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22"/>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22"/>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22"/>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22"/>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22"/>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22"/>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22"/>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22"/>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22"/>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22"/>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22"/>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22"/>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22"/>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22"/>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22"/>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22"/>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22"/>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22"/>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22"/>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22"/>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22"/>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22"/>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22"/>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22"/>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22"/>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22"/>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22"/>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22"/>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22"/>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22"/>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22"/>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22"/>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22"/>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22"/>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22"/>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22"/>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22"/>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22"/>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22"/>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22"/>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22"/>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22"/>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22"/>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22"/>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22"/>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22"/>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22"/>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22"/>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22"/>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22"/>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22"/>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22"/>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22"/>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22"/>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22"/>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22"/>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22"/>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22"/>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22"/>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22"/>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22"/>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22"/>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22"/>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22"/>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22"/>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22"/>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22"/>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22"/>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22"/>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22"/>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22"/>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22"/>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22"/>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22"/>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22"/>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22"/>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22"/>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22"/>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22"/>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22"/>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22"/>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22"/>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22"/>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22"/>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22"/>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22"/>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22"/>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22"/>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22"/>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22"/>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22"/>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22"/>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22"/>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22"/>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22"/>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22"/>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22"/>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22"/>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22"/>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22"/>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22"/>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22"/>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22"/>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22"/>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22"/>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22"/>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22"/>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22"/>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22"/>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22"/>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22"/>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22"/>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22"/>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22"/>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22"/>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22"/>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22"/>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22"/>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22"/>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22"/>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22"/>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22"/>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22"/>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22"/>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22"/>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22"/>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22"/>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22"/>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22"/>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22"/>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22"/>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22"/>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22"/>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22"/>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22"/>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22"/>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22"/>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22"/>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22"/>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22"/>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22"/>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22"/>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22"/>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22"/>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22"/>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22"/>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22"/>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22"/>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22"/>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22"/>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22"/>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22"/>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22"/>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22"/>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22"/>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22"/>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22"/>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22"/>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22"/>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22"/>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22"/>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22"/>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22"/>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22"/>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22"/>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22"/>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22"/>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22"/>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22"/>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22"/>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22"/>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22"/>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22"/>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22"/>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22"/>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22"/>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22"/>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22"/>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22"/>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22"/>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22"/>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22"/>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22"/>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22"/>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22"/>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22"/>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22"/>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22"/>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22"/>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22"/>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22"/>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22"/>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22"/>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22"/>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22"/>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22"/>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22"/>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22"/>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22"/>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22"/>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22"/>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22"/>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22"/>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22"/>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22"/>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22"/>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22"/>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22"/>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22"/>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22"/>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22"/>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22"/>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22"/>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22"/>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22"/>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22"/>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22"/>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22"/>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22"/>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22"/>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22"/>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22"/>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22"/>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22"/>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22"/>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22"/>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22"/>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22"/>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22"/>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22"/>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22"/>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22"/>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22"/>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22"/>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22"/>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22"/>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22"/>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22"/>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22"/>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22"/>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22"/>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22"/>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22"/>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22"/>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22"/>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22"/>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22"/>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22"/>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22"/>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22"/>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22"/>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22"/>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22"/>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22"/>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22"/>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22"/>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22"/>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22"/>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22"/>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22"/>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22"/>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22"/>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22"/>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22"/>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22"/>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22"/>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22"/>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22"/>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22"/>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22"/>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22"/>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22"/>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22"/>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22"/>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22"/>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22"/>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22"/>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22"/>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22"/>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22"/>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22"/>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22"/>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9" name="Google Shape;15769;p22"/>
          <p:cNvGrpSpPr/>
          <p:nvPr/>
        </p:nvGrpSpPr>
        <p:grpSpPr>
          <a:xfrm>
            <a:off x="235650" y="204150"/>
            <a:ext cx="8683925" cy="4735200"/>
            <a:chOff x="235650" y="204150"/>
            <a:chExt cx="8683925" cy="4735200"/>
          </a:xfrm>
        </p:grpSpPr>
        <p:sp>
          <p:nvSpPr>
            <p:cNvPr id="15770" name="Google Shape;15770;p22"/>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771" name="Google Shape;15771;p22"/>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5772" name="Google Shape;15772;p22"/>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22"/>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22"/>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75" name="Google Shape;15775;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5776" name="Google Shape;15776;p22"/>
          <p:cNvSpPr txBox="1">
            <a:spLocks noGrp="1"/>
          </p:cNvSpPr>
          <p:nvPr>
            <p:ph type="body" idx="1"/>
          </p:nvPr>
        </p:nvSpPr>
        <p:spPr>
          <a:xfrm>
            <a:off x="1043150" y="1094300"/>
            <a:ext cx="7057800" cy="13278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16609"/>
        <p:cNvGrpSpPr/>
        <p:nvPr/>
      </p:nvGrpSpPr>
      <p:grpSpPr>
        <a:xfrm>
          <a:off x="0" y="0"/>
          <a:ext cx="0" cy="0"/>
          <a:chOff x="0" y="0"/>
          <a:chExt cx="0" cy="0"/>
        </a:xfrm>
      </p:grpSpPr>
      <p:grpSp>
        <p:nvGrpSpPr>
          <p:cNvPr id="16610" name="Google Shape;16610;p24"/>
          <p:cNvGrpSpPr/>
          <p:nvPr/>
        </p:nvGrpSpPr>
        <p:grpSpPr>
          <a:xfrm>
            <a:off x="38150" y="35427"/>
            <a:ext cx="9067465" cy="5072518"/>
            <a:chOff x="0" y="-63776"/>
            <a:chExt cx="9309513" cy="5207389"/>
          </a:xfrm>
        </p:grpSpPr>
        <p:sp>
          <p:nvSpPr>
            <p:cNvPr id="16611" name="Google Shape;16611;p24"/>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24"/>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24"/>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24"/>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24"/>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24"/>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24"/>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24"/>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24"/>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24"/>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24"/>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24"/>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24"/>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24"/>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24"/>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24"/>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24"/>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24"/>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24"/>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24"/>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24"/>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24"/>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24"/>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24"/>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24"/>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24"/>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24"/>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24"/>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24"/>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24"/>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24"/>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24"/>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24"/>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24"/>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24"/>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24"/>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24"/>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24"/>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24"/>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24"/>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24"/>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24"/>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24"/>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24"/>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24"/>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24"/>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24"/>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24"/>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24"/>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24"/>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24"/>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24"/>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24"/>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24"/>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24"/>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24"/>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24"/>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24"/>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24"/>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24"/>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24"/>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24"/>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24"/>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24"/>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24"/>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24"/>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24"/>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24"/>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24"/>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24"/>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24"/>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24"/>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24"/>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24"/>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24"/>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24"/>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24"/>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24"/>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24"/>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24"/>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24"/>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24"/>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24"/>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24"/>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24"/>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24"/>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24"/>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24"/>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24"/>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24"/>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24"/>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24"/>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24"/>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24"/>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24"/>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24"/>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24"/>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24"/>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24"/>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24"/>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24"/>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24"/>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24"/>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24"/>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24"/>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24"/>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24"/>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24"/>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24"/>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24"/>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24"/>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24"/>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24"/>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24"/>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24"/>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24"/>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24"/>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24"/>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24"/>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24"/>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24"/>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24"/>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24"/>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24"/>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24"/>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24"/>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24"/>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24"/>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24"/>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24"/>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24"/>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24"/>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24"/>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24"/>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24"/>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24"/>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24"/>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24"/>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24"/>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24"/>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24"/>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24"/>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24"/>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24"/>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24"/>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24"/>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24"/>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24"/>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24"/>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24"/>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24"/>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24"/>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24"/>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24"/>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24"/>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24"/>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24"/>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24"/>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24"/>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24"/>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24"/>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24"/>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24"/>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24"/>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24"/>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24"/>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24"/>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24"/>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24"/>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24"/>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24"/>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24"/>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24"/>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24"/>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24"/>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24"/>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24"/>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24"/>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24"/>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24"/>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24"/>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24"/>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24"/>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24"/>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24"/>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24"/>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24"/>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24"/>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24"/>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24"/>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24"/>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24"/>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24"/>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24"/>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24"/>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24"/>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24"/>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24"/>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24"/>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24"/>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24"/>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24"/>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24"/>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24"/>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24"/>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24"/>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24"/>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24"/>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24"/>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24"/>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24"/>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24"/>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24"/>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24"/>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24"/>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24"/>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24"/>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24"/>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24"/>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24"/>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24"/>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24"/>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24"/>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24"/>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24"/>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24"/>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24"/>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24"/>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24"/>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24"/>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24"/>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24"/>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24"/>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24"/>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24"/>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24"/>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24"/>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24"/>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24"/>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24"/>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24"/>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24"/>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24"/>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24"/>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24"/>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24"/>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24"/>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24"/>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24"/>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24"/>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24"/>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24"/>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24"/>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24"/>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24"/>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24"/>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24"/>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24"/>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24"/>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24"/>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24"/>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24"/>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24"/>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24"/>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24"/>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24"/>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24"/>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24"/>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24"/>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24"/>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24"/>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24"/>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24"/>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24"/>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24"/>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24"/>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24"/>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24"/>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24"/>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24"/>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24"/>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24"/>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24"/>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24"/>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24"/>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24"/>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24"/>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24"/>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24"/>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24"/>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24"/>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24"/>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24"/>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24"/>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24"/>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24"/>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24"/>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24"/>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24"/>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24"/>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24"/>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24"/>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24"/>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24"/>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24"/>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24"/>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24"/>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24"/>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24"/>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24"/>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24"/>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24"/>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24"/>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24"/>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24"/>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24"/>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24"/>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24"/>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24"/>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24"/>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24"/>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24"/>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24"/>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24"/>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24"/>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24"/>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24"/>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24"/>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24"/>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24"/>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24"/>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24"/>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24"/>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24"/>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24"/>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24"/>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24"/>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24"/>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24"/>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24"/>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24"/>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24"/>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24"/>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24"/>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24"/>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24"/>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24"/>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24"/>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24"/>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24"/>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24"/>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24"/>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24"/>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24"/>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24"/>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24"/>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24"/>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24"/>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24"/>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24"/>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24"/>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24"/>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24"/>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24"/>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24"/>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24"/>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24"/>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24"/>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24"/>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24"/>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24"/>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24"/>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24"/>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24"/>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24"/>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24"/>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24"/>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24"/>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24"/>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24"/>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24"/>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24"/>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24"/>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24"/>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24"/>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24"/>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24"/>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24"/>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24"/>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24"/>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24"/>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24"/>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24"/>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24"/>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24"/>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24"/>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24"/>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24"/>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24"/>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24"/>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24"/>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24"/>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24"/>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24"/>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24"/>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24"/>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24"/>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24"/>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24"/>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24"/>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24"/>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24"/>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24"/>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24"/>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24"/>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24"/>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24"/>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24"/>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24"/>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24"/>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24"/>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24"/>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24"/>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24"/>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24"/>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24"/>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24"/>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24"/>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24"/>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24"/>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24"/>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24"/>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24"/>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24"/>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24"/>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24"/>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24"/>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24"/>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24"/>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24"/>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24"/>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24"/>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24"/>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24"/>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24"/>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24"/>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24"/>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24"/>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24"/>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24"/>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24"/>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24"/>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24"/>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24"/>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24"/>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24"/>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24"/>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24"/>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24"/>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24"/>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24"/>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24"/>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24"/>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24"/>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24"/>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24"/>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24"/>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24"/>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24"/>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24"/>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24"/>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24"/>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24"/>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24"/>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24"/>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24"/>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24"/>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24"/>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24"/>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24"/>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24"/>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24"/>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24"/>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24"/>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24"/>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24"/>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24"/>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24"/>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24"/>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24"/>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24"/>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24"/>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24"/>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24"/>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24"/>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24"/>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24"/>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24"/>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24"/>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24"/>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24"/>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24"/>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24"/>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24"/>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24"/>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24"/>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24"/>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24"/>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24"/>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24"/>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24"/>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24"/>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24"/>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24"/>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24"/>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24"/>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24"/>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24"/>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24"/>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24"/>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24"/>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24"/>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24"/>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24"/>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24"/>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24"/>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24"/>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24"/>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24"/>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24"/>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24"/>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24"/>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24"/>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24"/>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24"/>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24"/>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24"/>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24"/>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24"/>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24"/>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24"/>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24"/>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24"/>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24"/>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24"/>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24"/>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24"/>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24"/>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24"/>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24"/>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24"/>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24"/>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24"/>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24"/>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24"/>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24"/>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24"/>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24"/>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24"/>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24"/>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24"/>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24"/>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24"/>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24"/>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24"/>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24"/>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24"/>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24"/>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24"/>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24"/>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24"/>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24"/>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24"/>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24"/>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24"/>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24"/>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24"/>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24"/>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24"/>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24"/>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24"/>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24"/>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24"/>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24"/>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24"/>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24"/>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24"/>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24"/>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24"/>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24"/>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24"/>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24"/>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24"/>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24"/>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24"/>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24"/>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24"/>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24"/>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24"/>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24"/>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24"/>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24"/>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24"/>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24"/>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24"/>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24"/>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24"/>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24"/>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24"/>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24"/>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24"/>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24"/>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24"/>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24"/>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24"/>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24"/>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24"/>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24"/>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24"/>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24"/>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24"/>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24"/>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24"/>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24"/>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24"/>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24"/>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24"/>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24"/>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24"/>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24"/>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24"/>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24"/>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24"/>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24"/>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24"/>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24"/>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24"/>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24"/>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24"/>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24"/>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24"/>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24"/>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24"/>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24"/>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24"/>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24"/>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24"/>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24"/>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24"/>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24"/>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24"/>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24"/>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24"/>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24"/>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24"/>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24"/>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24"/>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24"/>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24"/>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24"/>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24"/>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24"/>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24"/>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24"/>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24"/>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24"/>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24"/>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24"/>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24"/>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24"/>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24"/>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24"/>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24"/>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24"/>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24"/>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24"/>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24"/>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24"/>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24"/>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24"/>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24"/>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24"/>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24"/>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24"/>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24"/>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24"/>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24"/>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24"/>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24"/>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24"/>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24"/>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24"/>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24"/>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24"/>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24"/>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24"/>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24"/>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24"/>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24"/>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24"/>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24"/>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24"/>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24"/>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24"/>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24"/>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24"/>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24"/>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24"/>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24"/>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24"/>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24"/>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24"/>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24"/>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24"/>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24"/>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24"/>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24"/>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24"/>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24"/>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24"/>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24"/>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24"/>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24"/>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24"/>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24"/>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24"/>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24"/>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24"/>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24"/>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24"/>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24"/>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24"/>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24"/>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24"/>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24"/>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24"/>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24"/>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24"/>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24"/>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24"/>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24"/>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24"/>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24"/>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24"/>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24"/>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24"/>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24"/>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24"/>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24"/>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24"/>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24"/>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24"/>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24"/>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24"/>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24"/>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24"/>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24"/>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24"/>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24"/>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24"/>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24"/>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24"/>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24"/>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24"/>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24"/>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24"/>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24"/>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24"/>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24"/>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24"/>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24"/>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24"/>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24"/>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24"/>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24"/>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24"/>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24"/>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24"/>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24"/>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24"/>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24"/>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24"/>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24"/>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24"/>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24"/>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24"/>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24"/>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24"/>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24"/>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24"/>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24"/>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24"/>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24"/>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24"/>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24"/>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24"/>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24"/>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24"/>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24"/>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24"/>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24"/>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24"/>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24"/>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24"/>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24"/>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24"/>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24"/>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24"/>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24"/>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24"/>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24"/>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24"/>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24"/>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24"/>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24"/>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24"/>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24"/>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24"/>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24"/>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0" name="Google Shape;17430;p24"/>
          <p:cNvGrpSpPr/>
          <p:nvPr/>
        </p:nvGrpSpPr>
        <p:grpSpPr>
          <a:xfrm>
            <a:off x="235650" y="204150"/>
            <a:ext cx="8683925" cy="4735200"/>
            <a:chOff x="235650" y="204150"/>
            <a:chExt cx="8683925" cy="4735200"/>
          </a:xfrm>
        </p:grpSpPr>
        <p:sp>
          <p:nvSpPr>
            <p:cNvPr id="17431" name="Google Shape;17431;p24"/>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432" name="Google Shape;17432;p24"/>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7433" name="Google Shape;17433;p24"/>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24"/>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24"/>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36" name="Google Shape;17436;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437" name="Google Shape;17437;p24"/>
          <p:cNvSpPr txBox="1">
            <a:spLocks noGrp="1"/>
          </p:cNvSpPr>
          <p:nvPr>
            <p:ph type="subTitle" idx="1"/>
          </p:nvPr>
        </p:nvSpPr>
        <p:spPr>
          <a:xfrm>
            <a:off x="4843365" y="1274850"/>
            <a:ext cx="3224400" cy="29898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1400"/>
              <a:buNone/>
              <a:defRPr b="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7438" name="Google Shape;17438;p24"/>
          <p:cNvSpPr txBox="1">
            <a:spLocks noGrp="1"/>
          </p:cNvSpPr>
          <p:nvPr>
            <p:ph type="subTitle" idx="2"/>
          </p:nvPr>
        </p:nvSpPr>
        <p:spPr>
          <a:xfrm>
            <a:off x="1076225" y="1274850"/>
            <a:ext cx="3224400" cy="29898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1400"/>
              <a:buNone/>
              <a:defRPr b="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7439"/>
        <p:cNvGrpSpPr/>
        <p:nvPr/>
      </p:nvGrpSpPr>
      <p:grpSpPr>
        <a:xfrm>
          <a:off x="0" y="0"/>
          <a:ext cx="0" cy="0"/>
          <a:chOff x="0" y="0"/>
          <a:chExt cx="0" cy="0"/>
        </a:xfrm>
      </p:grpSpPr>
      <p:grpSp>
        <p:nvGrpSpPr>
          <p:cNvPr id="17440" name="Google Shape;17440;p25"/>
          <p:cNvGrpSpPr/>
          <p:nvPr/>
        </p:nvGrpSpPr>
        <p:grpSpPr>
          <a:xfrm>
            <a:off x="38150" y="35427"/>
            <a:ext cx="9067465" cy="5072518"/>
            <a:chOff x="0" y="-63776"/>
            <a:chExt cx="9309513" cy="5207389"/>
          </a:xfrm>
        </p:grpSpPr>
        <p:sp>
          <p:nvSpPr>
            <p:cNvPr id="17441" name="Google Shape;17441;p25"/>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25"/>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25"/>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25"/>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25"/>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25"/>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25"/>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25"/>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25"/>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25"/>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25"/>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25"/>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25"/>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25"/>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25"/>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25"/>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25"/>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25"/>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25"/>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25"/>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25"/>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25"/>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25"/>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25"/>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25"/>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25"/>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25"/>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25"/>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25"/>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25"/>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25"/>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25"/>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25"/>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25"/>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25"/>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25"/>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25"/>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25"/>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25"/>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25"/>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25"/>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25"/>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25"/>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25"/>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25"/>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25"/>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25"/>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25"/>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25"/>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25"/>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25"/>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25"/>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25"/>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25"/>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25"/>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25"/>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25"/>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25"/>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25"/>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25"/>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25"/>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25"/>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25"/>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25"/>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25"/>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25"/>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25"/>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25"/>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25"/>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25"/>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25"/>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25"/>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25"/>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25"/>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25"/>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25"/>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25"/>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25"/>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25"/>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25"/>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25"/>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25"/>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25"/>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25"/>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25"/>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25"/>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25"/>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25"/>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25"/>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25"/>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25"/>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25"/>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25"/>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25"/>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25"/>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25"/>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25"/>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25"/>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25"/>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25"/>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25"/>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25"/>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25"/>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25"/>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25"/>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25"/>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25"/>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25"/>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25"/>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25"/>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25"/>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25"/>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25"/>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25"/>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25"/>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25"/>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25"/>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25"/>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25"/>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25"/>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25"/>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25"/>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25"/>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25"/>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25"/>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25"/>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25"/>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25"/>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25"/>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25"/>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25"/>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25"/>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25"/>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25"/>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25"/>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25"/>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25"/>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25"/>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25"/>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25"/>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25"/>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25"/>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25"/>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25"/>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25"/>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25"/>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25"/>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25"/>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25"/>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25"/>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25"/>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25"/>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25"/>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25"/>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25"/>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25"/>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25"/>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25"/>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25"/>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25"/>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25"/>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25"/>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25"/>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25"/>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25"/>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25"/>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25"/>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25"/>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25"/>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25"/>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25"/>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25"/>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25"/>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25"/>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25"/>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25"/>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25"/>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25"/>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25"/>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25"/>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25"/>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25"/>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25"/>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25"/>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25"/>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25"/>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25"/>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25"/>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25"/>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25"/>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25"/>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25"/>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25"/>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25"/>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25"/>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25"/>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25"/>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25"/>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25"/>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25"/>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25"/>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25"/>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25"/>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25"/>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25"/>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25"/>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25"/>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25"/>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25"/>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25"/>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25"/>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25"/>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25"/>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25"/>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25"/>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25"/>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25"/>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25"/>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25"/>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25"/>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25"/>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25"/>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25"/>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25"/>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25"/>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25"/>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25"/>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25"/>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25"/>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25"/>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25"/>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25"/>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25"/>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25"/>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25"/>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25"/>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25"/>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25"/>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25"/>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25"/>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25"/>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25"/>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25"/>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25"/>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25"/>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25"/>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25"/>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25"/>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25"/>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25"/>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25"/>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25"/>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25"/>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25"/>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25"/>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25"/>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25"/>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25"/>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25"/>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25"/>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25"/>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25"/>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25"/>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25"/>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25"/>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25"/>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25"/>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25"/>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25"/>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25"/>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25"/>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25"/>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25"/>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25"/>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25"/>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25"/>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25"/>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25"/>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25"/>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25"/>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25"/>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25"/>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25"/>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25"/>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25"/>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25"/>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25"/>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25"/>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25"/>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25"/>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25"/>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25"/>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25"/>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25"/>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25"/>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25"/>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25"/>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25"/>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25"/>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25"/>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25"/>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25"/>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25"/>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25"/>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25"/>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25"/>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25"/>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25"/>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25"/>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25"/>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25"/>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25"/>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25"/>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25"/>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25"/>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25"/>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25"/>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25"/>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25"/>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25"/>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25"/>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25"/>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25"/>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25"/>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25"/>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25"/>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25"/>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25"/>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25"/>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25"/>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25"/>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25"/>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25"/>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25"/>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25"/>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25"/>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25"/>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25"/>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25"/>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25"/>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25"/>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25"/>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25"/>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25"/>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25"/>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25"/>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25"/>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25"/>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25"/>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25"/>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25"/>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25"/>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25"/>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25"/>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25"/>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25"/>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25"/>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25"/>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25"/>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25"/>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25"/>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25"/>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25"/>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25"/>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25"/>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25"/>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25"/>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25"/>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25"/>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25"/>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25"/>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25"/>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25"/>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25"/>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25"/>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25"/>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25"/>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25"/>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25"/>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25"/>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25"/>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25"/>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25"/>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25"/>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25"/>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25"/>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25"/>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25"/>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25"/>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25"/>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25"/>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25"/>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25"/>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25"/>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25"/>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25"/>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25"/>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25"/>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25"/>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25"/>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25"/>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25"/>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25"/>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25"/>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25"/>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25"/>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25"/>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25"/>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25"/>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25"/>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25"/>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25"/>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25"/>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25"/>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25"/>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25"/>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25"/>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25"/>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25"/>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25"/>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25"/>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25"/>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25"/>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25"/>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25"/>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25"/>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25"/>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25"/>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25"/>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25"/>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25"/>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25"/>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25"/>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25"/>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25"/>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25"/>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25"/>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25"/>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25"/>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25"/>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25"/>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25"/>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25"/>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25"/>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25"/>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25"/>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25"/>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25"/>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25"/>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25"/>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25"/>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25"/>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25"/>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25"/>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25"/>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25"/>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25"/>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25"/>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25"/>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25"/>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25"/>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25"/>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25"/>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25"/>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25"/>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25"/>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25"/>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25"/>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25"/>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25"/>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25"/>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25"/>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25"/>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25"/>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25"/>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25"/>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25"/>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25"/>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25"/>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25"/>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25"/>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25"/>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25"/>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25"/>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25"/>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25"/>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25"/>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25"/>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25"/>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25"/>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25"/>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25"/>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25"/>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25"/>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25"/>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25"/>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25"/>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25"/>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25"/>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25"/>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25"/>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25"/>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25"/>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25"/>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25"/>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25"/>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25"/>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25"/>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25"/>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25"/>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25"/>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25"/>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25"/>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25"/>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25"/>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25"/>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25"/>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25"/>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25"/>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25"/>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25"/>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25"/>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25"/>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25"/>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25"/>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25"/>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25"/>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25"/>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25"/>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25"/>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25"/>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25"/>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25"/>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25"/>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25"/>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25"/>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25"/>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25"/>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25"/>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25"/>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25"/>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25"/>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25"/>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25"/>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25"/>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25"/>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25"/>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25"/>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25"/>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25"/>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25"/>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25"/>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25"/>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25"/>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25"/>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25"/>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25"/>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25"/>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25"/>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25"/>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25"/>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25"/>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25"/>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25"/>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25"/>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25"/>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25"/>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25"/>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25"/>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25"/>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25"/>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25"/>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25"/>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25"/>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25"/>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25"/>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25"/>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25"/>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25"/>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25"/>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25"/>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25"/>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25"/>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25"/>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25"/>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25"/>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25"/>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25"/>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25"/>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25"/>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25"/>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25"/>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25"/>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25"/>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25"/>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25"/>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25"/>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25"/>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25"/>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25"/>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25"/>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25"/>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25"/>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25"/>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25"/>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25"/>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25"/>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25"/>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25"/>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25"/>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25"/>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25"/>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25"/>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25"/>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25"/>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25"/>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25"/>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25"/>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25"/>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25"/>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25"/>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25"/>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25"/>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25"/>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25"/>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25"/>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25"/>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25"/>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25"/>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25"/>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25"/>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25"/>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25"/>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25"/>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25"/>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25"/>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25"/>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25"/>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25"/>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25"/>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25"/>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25"/>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25"/>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25"/>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25"/>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25"/>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25"/>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25"/>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25"/>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25"/>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25"/>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25"/>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25"/>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25"/>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25"/>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25"/>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25"/>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25"/>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25"/>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25"/>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25"/>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25"/>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25"/>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25"/>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25"/>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25"/>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25"/>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25"/>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25"/>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25"/>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25"/>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25"/>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25"/>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25"/>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25"/>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25"/>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25"/>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25"/>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25"/>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25"/>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25"/>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25"/>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25"/>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25"/>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25"/>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25"/>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25"/>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25"/>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25"/>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25"/>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25"/>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25"/>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25"/>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25"/>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25"/>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25"/>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25"/>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25"/>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25"/>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25"/>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25"/>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25"/>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25"/>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25"/>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25"/>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25"/>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25"/>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25"/>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25"/>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25"/>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25"/>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25"/>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25"/>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25"/>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25"/>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25"/>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25"/>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25"/>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25"/>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25"/>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25"/>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25"/>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25"/>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25"/>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25"/>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25"/>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25"/>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25"/>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25"/>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25"/>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25"/>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25"/>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25"/>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25"/>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25"/>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25"/>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25"/>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25"/>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25"/>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25"/>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25"/>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25"/>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25"/>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25"/>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25"/>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25"/>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25"/>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25"/>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25"/>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25"/>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25"/>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25"/>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25"/>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25"/>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25"/>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25"/>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25"/>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25"/>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25"/>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25"/>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25"/>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25"/>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25"/>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25"/>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25"/>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25"/>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25"/>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25"/>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25"/>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25"/>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25"/>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25"/>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25"/>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25"/>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25"/>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25"/>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25"/>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25"/>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25"/>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25"/>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25"/>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25"/>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25"/>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25"/>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25"/>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25"/>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25"/>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25"/>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25"/>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25"/>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25"/>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25"/>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25"/>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25"/>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25"/>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25"/>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25"/>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25"/>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25"/>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25"/>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25"/>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25"/>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25"/>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25"/>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25"/>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25"/>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25"/>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25"/>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25"/>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25"/>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25"/>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25"/>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25"/>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25"/>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25"/>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25"/>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25"/>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25"/>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25"/>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0" name="Google Shape;18260;p25"/>
          <p:cNvGrpSpPr/>
          <p:nvPr/>
        </p:nvGrpSpPr>
        <p:grpSpPr>
          <a:xfrm>
            <a:off x="235650" y="204150"/>
            <a:ext cx="8683925" cy="4735200"/>
            <a:chOff x="235650" y="204150"/>
            <a:chExt cx="8683925" cy="4735200"/>
          </a:xfrm>
        </p:grpSpPr>
        <p:sp>
          <p:nvSpPr>
            <p:cNvPr id="18261" name="Google Shape;18261;p25"/>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262" name="Google Shape;18262;p25"/>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8263" name="Google Shape;18263;p25"/>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25"/>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25"/>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66" name="Google Shape;18266;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267" name="Google Shape;18267;p25"/>
          <p:cNvSpPr txBox="1">
            <a:spLocks noGrp="1"/>
          </p:cNvSpPr>
          <p:nvPr>
            <p:ph type="subTitle" idx="1"/>
          </p:nvPr>
        </p:nvSpPr>
        <p:spPr>
          <a:xfrm>
            <a:off x="857076" y="3309175"/>
            <a:ext cx="2336400" cy="869400"/>
          </a:xfrm>
          <a:prstGeom prst="rect">
            <a:avLst/>
          </a:prstGeom>
          <a:ln>
            <a:noFill/>
          </a:ln>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8268" name="Google Shape;18268;p25"/>
          <p:cNvSpPr txBox="1">
            <a:spLocks noGrp="1"/>
          </p:cNvSpPr>
          <p:nvPr>
            <p:ph type="subTitle" idx="2"/>
          </p:nvPr>
        </p:nvSpPr>
        <p:spPr>
          <a:xfrm>
            <a:off x="3403850" y="3309175"/>
            <a:ext cx="2336400" cy="869400"/>
          </a:xfrm>
          <a:prstGeom prst="rect">
            <a:avLst/>
          </a:prstGeom>
          <a:ln>
            <a:noFill/>
          </a:ln>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8269" name="Google Shape;18269;p25"/>
          <p:cNvSpPr txBox="1">
            <a:spLocks noGrp="1"/>
          </p:cNvSpPr>
          <p:nvPr>
            <p:ph type="subTitle" idx="3"/>
          </p:nvPr>
        </p:nvSpPr>
        <p:spPr>
          <a:xfrm>
            <a:off x="5950525" y="3309175"/>
            <a:ext cx="2336400" cy="869400"/>
          </a:xfrm>
          <a:prstGeom prst="rect">
            <a:avLst/>
          </a:prstGeom>
          <a:ln>
            <a:noFill/>
          </a:ln>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8270" name="Google Shape;18270;p25"/>
          <p:cNvSpPr txBox="1">
            <a:spLocks noGrp="1"/>
          </p:cNvSpPr>
          <p:nvPr>
            <p:ph type="subTitle" idx="4"/>
          </p:nvPr>
        </p:nvSpPr>
        <p:spPr>
          <a:xfrm>
            <a:off x="857075" y="2854598"/>
            <a:ext cx="2336400" cy="527700"/>
          </a:xfrm>
          <a:prstGeom prst="rect">
            <a:avLst/>
          </a:prstGeom>
          <a:ln>
            <a:noFill/>
          </a:ln>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18271" name="Google Shape;18271;p25"/>
          <p:cNvSpPr txBox="1">
            <a:spLocks noGrp="1"/>
          </p:cNvSpPr>
          <p:nvPr>
            <p:ph type="subTitle" idx="5"/>
          </p:nvPr>
        </p:nvSpPr>
        <p:spPr>
          <a:xfrm>
            <a:off x="3403854" y="2854598"/>
            <a:ext cx="2336400" cy="527700"/>
          </a:xfrm>
          <a:prstGeom prst="rect">
            <a:avLst/>
          </a:prstGeom>
          <a:ln>
            <a:noFill/>
          </a:ln>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18272" name="Google Shape;18272;p25"/>
          <p:cNvSpPr txBox="1">
            <a:spLocks noGrp="1"/>
          </p:cNvSpPr>
          <p:nvPr>
            <p:ph type="subTitle" idx="6"/>
          </p:nvPr>
        </p:nvSpPr>
        <p:spPr>
          <a:xfrm>
            <a:off x="5950526" y="2854598"/>
            <a:ext cx="2336400" cy="527700"/>
          </a:xfrm>
          <a:prstGeom prst="rect">
            <a:avLst/>
          </a:prstGeom>
          <a:ln>
            <a:noFill/>
          </a:ln>
        </p:spPr>
        <p:txBody>
          <a:bodyPr spcFirstLastPara="1" wrap="square" lIns="91425" tIns="91425" rIns="91425" bIns="91425" anchor="b" anchorCtr="0">
            <a:noAutofit/>
          </a:bodyPr>
          <a:lstStyle>
            <a:lvl1pPr lvl="0" rtl="0">
              <a:lnSpc>
                <a:spcPct val="115000"/>
              </a:lnSpc>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CUSTOM_14">
    <p:spTree>
      <p:nvGrpSpPr>
        <p:cNvPr id="1" name="Shape 18273"/>
        <p:cNvGrpSpPr/>
        <p:nvPr/>
      </p:nvGrpSpPr>
      <p:grpSpPr>
        <a:xfrm>
          <a:off x="0" y="0"/>
          <a:ext cx="0" cy="0"/>
          <a:chOff x="0" y="0"/>
          <a:chExt cx="0" cy="0"/>
        </a:xfrm>
      </p:grpSpPr>
      <p:grpSp>
        <p:nvGrpSpPr>
          <p:cNvPr id="18274" name="Google Shape;18274;p26"/>
          <p:cNvGrpSpPr/>
          <p:nvPr/>
        </p:nvGrpSpPr>
        <p:grpSpPr>
          <a:xfrm>
            <a:off x="38150" y="35427"/>
            <a:ext cx="9067465" cy="5072518"/>
            <a:chOff x="0" y="-63776"/>
            <a:chExt cx="9309513" cy="5207389"/>
          </a:xfrm>
        </p:grpSpPr>
        <p:sp>
          <p:nvSpPr>
            <p:cNvPr id="18275" name="Google Shape;18275;p26"/>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26"/>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26"/>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26"/>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26"/>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26"/>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26"/>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26"/>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26"/>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26"/>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26"/>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26"/>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26"/>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26"/>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26"/>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26"/>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26"/>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26"/>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26"/>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26"/>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26"/>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26"/>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26"/>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26"/>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26"/>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26"/>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26"/>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26"/>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26"/>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26"/>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26"/>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26"/>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26"/>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26"/>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26"/>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26"/>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26"/>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26"/>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26"/>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26"/>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26"/>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26"/>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26"/>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26"/>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26"/>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26"/>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26"/>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26"/>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26"/>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26"/>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26"/>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26"/>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26"/>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26"/>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26"/>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26"/>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26"/>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26"/>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26"/>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26"/>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26"/>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26"/>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26"/>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26"/>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26"/>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26"/>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26"/>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26"/>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26"/>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26"/>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26"/>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26"/>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26"/>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26"/>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26"/>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26"/>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26"/>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26"/>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26"/>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26"/>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26"/>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26"/>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26"/>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26"/>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26"/>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26"/>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26"/>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26"/>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26"/>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26"/>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26"/>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26"/>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26"/>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26"/>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26"/>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26"/>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26"/>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26"/>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26"/>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26"/>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26"/>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26"/>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26"/>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26"/>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26"/>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26"/>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26"/>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26"/>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26"/>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26"/>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26"/>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26"/>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26"/>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26"/>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26"/>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26"/>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26"/>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26"/>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26"/>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26"/>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26"/>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26"/>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26"/>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26"/>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26"/>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26"/>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26"/>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26"/>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26"/>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26"/>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26"/>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26"/>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26"/>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26"/>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26"/>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26"/>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26"/>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26"/>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26"/>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26"/>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26"/>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26"/>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26"/>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26"/>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26"/>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26"/>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26"/>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26"/>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26"/>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26"/>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26"/>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26"/>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26"/>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26"/>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26"/>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26"/>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26"/>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26"/>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26"/>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26"/>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26"/>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26"/>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26"/>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26"/>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26"/>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26"/>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26"/>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26"/>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26"/>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26"/>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26"/>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26"/>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26"/>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26"/>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26"/>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26"/>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26"/>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26"/>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26"/>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26"/>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26"/>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26"/>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26"/>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26"/>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26"/>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26"/>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26"/>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26"/>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26"/>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26"/>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26"/>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26"/>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26"/>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26"/>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26"/>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26"/>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26"/>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26"/>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26"/>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26"/>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26"/>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26"/>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26"/>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26"/>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26"/>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26"/>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26"/>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26"/>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26"/>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26"/>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26"/>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26"/>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26"/>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26"/>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26"/>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26"/>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26"/>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26"/>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26"/>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26"/>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26"/>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26"/>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26"/>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26"/>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26"/>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26"/>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26"/>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26"/>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26"/>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26"/>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26"/>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26"/>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26"/>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26"/>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26"/>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26"/>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26"/>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26"/>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26"/>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26"/>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26"/>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26"/>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26"/>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26"/>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26"/>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26"/>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26"/>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26"/>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26"/>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26"/>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26"/>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26"/>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26"/>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26"/>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26"/>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26"/>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26"/>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26"/>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26"/>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26"/>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26"/>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26"/>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26"/>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26"/>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26"/>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26"/>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26"/>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26"/>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26"/>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26"/>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26"/>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26"/>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26"/>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26"/>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26"/>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26"/>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26"/>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26"/>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26"/>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26"/>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26"/>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26"/>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26"/>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26"/>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26"/>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26"/>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26"/>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26"/>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26"/>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26"/>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26"/>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26"/>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26"/>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26"/>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26"/>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26"/>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26"/>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26"/>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26"/>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26"/>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26"/>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26"/>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26"/>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26"/>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26"/>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26"/>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26"/>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26"/>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26"/>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26"/>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26"/>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26"/>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26"/>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26"/>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26"/>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26"/>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26"/>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26"/>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26"/>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26"/>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26"/>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26"/>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26"/>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26"/>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26"/>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26"/>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26"/>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26"/>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26"/>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26"/>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26"/>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26"/>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26"/>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26"/>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26"/>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26"/>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26"/>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26"/>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26"/>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26"/>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26"/>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26"/>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26"/>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26"/>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26"/>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26"/>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26"/>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26"/>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26"/>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26"/>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26"/>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26"/>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26"/>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26"/>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26"/>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26"/>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26"/>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26"/>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26"/>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26"/>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26"/>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26"/>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26"/>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26"/>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26"/>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26"/>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26"/>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26"/>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26"/>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26"/>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26"/>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26"/>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26"/>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26"/>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26"/>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26"/>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26"/>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26"/>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26"/>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26"/>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26"/>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26"/>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26"/>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26"/>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26"/>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26"/>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26"/>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26"/>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26"/>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26"/>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26"/>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26"/>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26"/>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26"/>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26"/>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26"/>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26"/>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26"/>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26"/>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26"/>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26"/>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26"/>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26"/>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26"/>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26"/>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26"/>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26"/>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26"/>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26"/>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26"/>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26"/>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26"/>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26"/>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26"/>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26"/>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26"/>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26"/>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26"/>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26"/>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26"/>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26"/>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26"/>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26"/>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26"/>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26"/>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26"/>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26"/>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26"/>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26"/>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26"/>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26"/>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26"/>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26"/>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26"/>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26"/>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26"/>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26"/>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26"/>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26"/>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26"/>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26"/>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26"/>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26"/>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26"/>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26"/>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26"/>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26"/>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26"/>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26"/>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26"/>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26"/>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26"/>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26"/>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26"/>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26"/>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26"/>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26"/>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26"/>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26"/>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26"/>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26"/>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26"/>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26"/>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26"/>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26"/>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26"/>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26"/>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26"/>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26"/>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26"/>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26"/>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26"/>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26"/>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26"/>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26"/>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26"/>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26"/>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26"/>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26"/>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26"/>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26"/>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26"/>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26"/>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26"/>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26"/>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26"/>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26"/>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26"/>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26"/>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26"/>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26"/>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26"/>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26"/>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26"/>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26"/>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26"/>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26"/>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26"/>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26"/>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26"/>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26"/>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26"/>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26"/>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26"/>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26"/>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26"/>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26"/>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26"/>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26"/>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26"/>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26"/>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26"/>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26"/>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26"/>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26"/>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26"/>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26"/>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26"/>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26"/>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26"/>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26"/>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26"/>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26"/>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26"/>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26"/>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26"/>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26"/>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26"/>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26"/>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26"/>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26"/>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26"/>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26"/>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26"/>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26"/>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26"/>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26"/>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26"/>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26"/>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26"/>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26"/>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26"/>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26"/>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26"/>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26"/>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26"/>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26"/>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26"/>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26"/>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26"/>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26"/>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26"/>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26"/>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26"/>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26"/>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26"/>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26"/>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26"/>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26"/>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26"/>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26"/>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26"/>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26"/>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26"/>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26"/>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26"/>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26"/>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26"/>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26"/>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26"/>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26"/>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26"/>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26"/>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26"/>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26"/>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26"/>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26"/>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26"/>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26"/>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26"/>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26"/>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26"/>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26"/>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26"/>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26"/>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26"/>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26"/>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26"/>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26"/>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26"/>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26"/>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26"/>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26"/>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26"/>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26"/>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26"/>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26"/>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26"/>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26"/>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26"/>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26"/>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26"/>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26"/>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26"/>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26"/>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26"/>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26"/>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26"/>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26"/>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26"/>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26"/>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26"/>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26"/>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26"/>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26"/>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26"/>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26"/>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26"/>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26"/>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26"/>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26"/>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26"/>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26"/>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26"/>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26"/>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26"/>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26"/>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26"/>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26"/>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26"/>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26"/>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26"/>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26"/>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26"/>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26"/>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26"/>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26"/>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26"/>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26"/>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26"/>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26"/>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26"/>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26"/>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26"/>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26"/>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26"/>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26"/>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26"/>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26"/>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26"/>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26"/>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26"/>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26"/>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26"/>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26"/>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26"/>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26"/>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26"/>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26"/>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26"/>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26"/>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26"/>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26"/>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26"/>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26"/>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26"/>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26"/>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26"/>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26"/>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26"/>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26"/>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26"/>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26"/>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26"/>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26"/>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26"/>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26"/>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26"/>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26"/>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26"/>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26"/>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26"/>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26"/>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26"/>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26"/>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26"/>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26"/>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26"/>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26"/>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26"/>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26"/>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26"/>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26"/>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26"/>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26"/>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26"/>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26"/>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26"/>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26"/>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26"/>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26"/>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26"/>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26"/>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26"/>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26"/>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26"/>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26"/>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26"/>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26"/>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26"/>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26"/>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26"/>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26"/>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26"/>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26"/>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26"/>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26"/>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26"/>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26"/>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26"/>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26"/>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26"/>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26"/>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26"/>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26"/>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26"/>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26"/>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26"/>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26"/>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26"/>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26"/>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26"/>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26"/>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26"/>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26"/>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26"/>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26"/>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26"/>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26"/>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26"/>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26"/>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26"/>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26"/>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26"/>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26"/>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26"/>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26"/>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26"/>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26"/>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26"/>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26"/>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26"/>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26"/>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26"/>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26"/>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26"/>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26"/>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26"/>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26"/>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26"/>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26"/>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26"/>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26"/>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26"/>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26"/>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26"/>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26"/>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26"/>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26"/>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26"/>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26"/>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26"/>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26"/>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26"/>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26"/>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26"/>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26"/>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26"/>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26"/>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26"/>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26"/>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26"/>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26"/>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26"/>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26"/>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26"/>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26"/>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26"/>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26"/>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26"/>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26"/>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26"/>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26"/>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26"/>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26"/>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26"/>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26"/>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26"/>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26"/>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26"/>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26"/>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26"/>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26"/>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26"/>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26"/>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26"/>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26"/>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26"/>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26"/>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26"/>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26"/>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26"/>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26"/>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26"/>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26"/>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26"/>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26"/>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26"/>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26"/>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94" name="Google Shape;19094;p26"/>
          <p:cNvGrpSpPr/>
          <p:nvPr/>
        </p:nvGrpSpPr>
        <p:grpSpPr>
          <a:xfrm>
            <a:off x="235650" y="204150"/>
            <a:ext cx="8683925" cy="4735200"/>
            <a:chOff x="235650" y="204150"/>
            <a:chExt cx="8683925" cy="4735200"/>
          </a:xfrm>
        </p:grpSpPr>
        <p:sp>
          <p:nvSpPr>
            <p:cNvPr id="19095" name="Google Shape;19095;p26"/>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096" name="Google Shape;19096;p26"/>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9097" name="Google Shape;19097;p26"/>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26"/>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26"/>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00" name="Google Shape;19100;p2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atin typeface="Barlow"/>
                <a:ea typeface="Barlow"/>
                <a:cs typeface="Barlow"/>
                <a:sym typeface="Barlow"/>
              </a:defRPr>
            </a:lvl2pPr>
            <a:lvl3pPr lvl="2">
              <a:spcBef>
                <a:spcPts val="0"/>
              </a:spcBef>
              <a:spcAft>
                <a:spcPts val="0"/>
              </a:spcAft>
              <a:buSzPts val="3000"/>
              <a:buNone/>
              <a:defRPr>
                <a:latin typeface="Barlow"/>
                <a:ea typeface="Barlow"/>
                <a:cs typeface="Barlow"/>
                <a:sym typeface="Barlow"/>
              </a:defRPr>
            </a:lvl3pPr>
            <a:lvl4pPr lvl="3">
              <a:spcBef>
                <a:spcPts val="0"/>
              </a:spcBef>
              <a:spcAft>
                <a:spcPts val="0"/>
              </a:spcAft>
              <a:buSzPts val="3000"/>
              <a:buNone/>
              <a:defRPr>
                <a:latin typeface="Barlow"/>
                <a:ea typeface="Barlow"/>
                <a:cs typeface="Barlow"/>
                <a:sym typeface="Barlow"/>
              </a:defRPr>
            </a:lvl4pPr>
            <a:lvl5pPr lvl="4">
              <a:spcBef>
                <a:spcPts val="0"/>
              </a:spcBef>
              <a:spcAft>
                <a:spcPts val="0"/>
              </a:spcAft>
              <a:buSzPts val="3000"/>
              <a:buNone/>
              <a:defRPr>
                <a:latin typeface="Barlow"/>
                <a:ea typeface="Barlow"/>
                <a:cs typeface="Barlow"/>
                <a:sym typeface="Barlow"/>
              </a:defRPr>
            </a:lvl5pPr>
            <a:lvl6pPr lvl="5">
              <a:spcBef>
                <a:spcPts val="0"/>
              </a:spcBef>
              <a:spcAft>
                <a:spcPts val="0"/>
              </a:spcAft>
              <a:buSzPts val="3000"/>
              <a:buNone/>
              <a:defRPr>
                <a:latin typeface="Barlow"/>
                <a:ea typeface="Barlow"/>
                <a:cs typeface="Barlow"/>
                <a:sym typeface="Barlow"/>
              </a:defRPr>
            </a:lvl6pPr>
            <a:lvl7pPr lvl="6">
              <a:spcBef>
                <a:spcPts val="0"/>
              </a:spcBef>
              <a:spcAft>
                <a:spcPts val="0"/>
              </a:spcAft>
              <a:buSzPts val="3000"/>
              <a:buNone/>
              <a:defRPr>
                <a:latin typeface="Barlow"/>
                <a:ea typeface="Barlow"/>
                <a:cs typeface="Barlow"/>
                <a:sym typeface="Barlow"/>
              </a:defRPr>
            </a:lvl7pPr>
            <a:lvl8pPr lvl="7">
              <a:spcBef>
                <a:spcPts val="0"/>
              </a:spcBef>
              <a:spcAft>
                <a:spcPts val="0"/>
              </a:spcAft>
              <a:buSzPts val="3000"/>
              <a:buNone/>
              <a:defRPr>
                <a:latin typeface="Barlow"/>
                <a:ea typeface="Barlow"/>
                <a:cs typeface="Barlow"/>
                <a:sym typeface="Barlow"/>
              </a:defRPr>
            </a:lvl8pPr>
            <a:lvl9pPr lvl="8">
              <a:spcBef>
                <a:spcPts val="0"/>
              </a:spcBef>
              <a:spcAft>
                <a:spcPts val="0"/>
              </a:spcAft>
              <a:buSzPts val="3000"/>
              <a:buNone/>
              <a:defRPr>
                <a:latin typeface="Barlow"/>
                <a:ea typeface="Barlow"/>
                <a:cs typeface="Barlow"/>
                <a:sym typeface="Barlow"/>
              </a:defRPr>
            </a:lvl9pPr>
          </a:lstStyle>
          <a:p>
            <a:endParaRPr/>
          </a:p>
        </p:txBody>
      </p:sp>
      <p:sp>
        <p:nvSpPr>
          <p:cNvPr id="19101" name="Google Shape;19101;p26"/>
          <p:cNvSpPr txBox="1">
            <a:spLocks noGrp="1"/>
          </p:cNvSpPr>
          <p:nvPr>
            <p:ph type="subTitle" idx="1"/>
          </p:nvPr>
        </p:nvSpPr>
        <p:spPr>
          <a:xfrm>
            <a:off x="2653725" y="3510725"/>
            <a:ext cx="4945500" cy="5070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latin typeface="Spline Sans"/>
                <a:ea typeface="Spline Sans"/>
                <a:cs typeface="Spline Sans"/>
                <a:sym typeface="Spline Sans"/>
              </a:defRPr>
            </a:lvl1pPr>
            <a:lvl2pPr lvl="1" rtl="0">
              <a:spcBef>
                <a:spcPts val="0"/>
              </a:spcBef>
              <a:spcAft>
                <a:spcPts val="0"/>
              </a:spcAft>
              <a:buSzPts val="2400"/>
              <a:buFont typeface="Spline Sans"/>
              <a:buNone/>
              <a:defRPr sz="2400">
                <a:latin typeface="Spline Sans"/>
                <a:ea typeface="Spline Sans"/>
                <a:cs typeface="Spline Sans"/>
                <a:sym typeface="Spline Sans"/>
              </a:defRPr>
            </a:lvl2pPr>
            <a:lvl3pPr lvl="2" rtl="0">
              <a:spcBef>
                <a:spcPts val="0"/>
              </a:spcBef>
              <a:spcAft>
                <a:spcPts val="0"/>
              </a:spcAft>
              <a:buSzPts val="2400"/>
              <a:buFont typeface="Spline Sans"/>
              <a:buNone/>
              <a:defRPr sz="2400">
                <a:latin typeface="Spline Sans"/>
                <a:ea typeface="Spline Sans"/>
                <a:cs typeface="Spline Sans"/>
                <a:sym typeface="Spline Sans"/>
              </a:defRPr>
            </a:lvl3pPr>
            <a:lvl4pPr lvl="3" rtl="0">
              <a:spcBef>
                <a:spcPts val="0"/>
              </a:spcBef>
              <a:spcAft>
                <a:spcPts val="0"/>
              </a:spcAft>
              <a:buSzPts val="2400"/>
              <a:buFont typeface="Spline Sans"/>
              <a:buNone/>
              <a:defRPr sz="2400">
                <a:latin typeface="Spline Sans"/>
                <a:ea typeface="Spline Sans"/>
                <a:cs typeface="Spline Sans"/>
                <a:sym typeface="Spline Sans"/>
              </a:defRPr>
            </a:lvl4pPr>
            <a:lvl5pPr lvl="4" rtl="0">
              <a:spcBef>
                <a:spcPts val="0"/>
              </a:spcBef>
              <a:spcAft>
                <a:spcPts val="0"/>
              </a:spcAft>
              <a:buSzPts val="2400"/>
              <a:buFont typeface="Spline Sans"/>
              <a:buNone/>
              <a:defRPr sz="2400">
                <a:latin typeface="Spline Sans"/>
                <a:ea typeface="Spline Sans"/>
                <a:cs typeface="Spline Sans"/>
                <a:sym typeface="Spline Sans"/>
              </a:defRPr>
            </a:lvl5pPr>
            <a:lvl6pPr lvl="5" rtl="0">
              <a:spcBef>
                <a:spcPts val="0"/>
              </a:spcBef>
              <a:spcAft>
                <a:spcPts val="0"/>
              </a:spcAft>
              <a:buSzPts val="2400"/>
              <a:buFont typeface="Spline Sans"/>
              <a:buNone/>
              <a:defRPr sz="2400">
                <a:latin typeface="Spline Sans"/>
                <a:ea typeface="Spline Sans"/>
                <a:cs typeface="Spline Sans"/>
                <a:sym typeface="Spline Sans"/>
              </a:defRPr>
            </a:lvl6pPr>
            <a:lvl7pPr lvl="6" rtl="0">
              <a:spcBef>
                <a:spcPts val="0"/>
              </a:spcBef>
              <a:spcAft>
                <a:spcPts val="0"/>
              </a:spcAft>
              <a:buSzPts val="2400"/>
              <a:buFont typeface="Spline Sans"/>
              <a:buNone/>
              <a:defRPr sz="2400">
                <a:latin typeface="Spline Sans"/>
                <a:ea typeface="Spline Sans"/>
                <a:cs typeface="Spline Sans"/>
                <a:sym typeface="Spline Sans"/>
              </a:defRPr>
            </a:lvl7pPr>
            <a:lvl8pPr lvl="7" rtl="0">
              <a:spcBef>
                <a:spcPts val="0"/>
              </a:spcBef>
              <a:spcAft>
                <a:spcPts val="0"/>
              </a:spcAft>
              <a:buSzPts val="2400"/>
              <a:buFont typeface="Spline Sans"/>
              <a:buNone/>
              <a:defRPr sz="2400">
                <a:latin typeface="Spline Sans"/>
                <a:ea typeface="Spline Sans"/>
                <a:cs typeface="Spline Sans"/>
                <a:sym typeface="Spline Sans"/>
              </a:defRPr>
            </a:lvl8pPr>
            <a:lvl9pPr lvl="8" rtl="0">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19102" name="Google Shape;19102;p26"/>
          <p:cNvSpPr txBox="1">
            <a:spLocks noGrp="1"/>
          </p:cNvSpPr>
          <p:nvPr>
            <p:ph type="subTitle" idx="2"/>
          </p:nvPr>
        </p:nvSpPr>
        <p:spPr>
          <a:xfrm>
            <a:off x="2653725" y="3854099"/>
            <a:ext cx="4945500" cy="572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endParaRPr/>
          </a:p>
        </p:txBody>
      </p:sp>
      <p:sp>
        <p:nvSpPr>
          <p:cNvPr id="19103" name="Google Shape;19103;p26"/>
          <p:cNvSpPr txBox="1">
            <a:spLocks noGrp="1"/>
          </p:cNvSpPr>
          <p:nvPr>
            <p:ph type="subTitle" idx="3"/>
          </p:nvPr>
        </p:nvSpPr>
        <p:spPr>
          <a:xfrm>
            <a:off x="2653725" y="2394750"/>
            <a:ext cx="4945500" cy="5070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latin typeface="Spline Sans"/>
                <a:ea typeface="Spline Sans"/>
                <a:cs typeface="Spline Sans"/>
                <a:sym typeface="Spline Sans"/>
              </a:defRPr>
            </a:lvl1pPr>
            <a:lvl2pPr lvl="1" rtl="0">
              <a:spcBef>
                <a:spcPts val="0"/>
              </a:spcBef>
              <a:spcAft>
                <a:spcPts val="0"/>
              </a:spcAft>
              <a:buSzPts val="2400"/>
              <a:buFont typeface="Spline Sans"/>
              <a:buNone/>
              <a:defRPr sz="2400">
                <a:latin typeface="Spline Sans"/>
                <a:ea typeface="Spline Sans"/>
                <a:cs typeface="Spline Sans"/>
                <a:sym typeface="Spline Sans"/>
              </a:defRPr>
            </a:lvl2pPr>
            <a:lvl3pPr lvl="2" rtl="0">
              <a:spcBef>
                <a:spcPts val="0"/>
              </a:spcBef>
              <a:spcAft>
                <a:spcPts val="0"/>
              </a:spcAft>
              <a:buSzPts val="2400"/>
              <a:buFont typeface="Spline Sans"/>
              <a:buNone/>
              <a:defRPr sz="2400">
                <a:latin typeface="Spline Sans"/>
                <a:ea typeface="Spline Sans"/>
                <a:cs typeface="Spline Sans"/>
                <a:sym typeface="Spline Sans"/>
              </a:defRPr>
            </a:lvl3pPr>
            <a:lvl4pPr lvl="3" rtl="0">
              <a:spcBef>
                <a:spcPts val="0"/>
              </a:spcBef>
              <a:spcAft>
                <a:spcPts val="0"/>
              </a:spcAft>
              <a:buSzPts val="2400"/>
              <a:buFont typeface="Spline Sans"/>
              <a:buNone/>
              <a:defRPr sz="2400">
                <a:latin typeface="Spline Sans"/>
                <a:ea typeface="Spline Sans"/>
                <a:cs typeface="Spline Sans"/>
                <a:sym typeface="Spline Sans"/>
              </a:defRPr>
            </a:lvl4pPr>
            <a:lvl5pPr lvl="4" rtl="0">
              <a:spcBef>
                <a:spcPts val="0"/>
              </a:spcBef>
              <a:spcAft>
                <a:spcPts val="0"/>
              </a:spcAft>
              <a:buSzPts val="2400"/>
              <a:buFont typeface="Spline Sans"/>
              <a:buNone/>
              <a:defRPr sz="2400">
                <a:latin typeface="Spline Sans"/>
                <a:ea typeface="Spline Sans"/>
                <a:cs typeface="Spline Sans"/>
                <a:sym typeface="Spline Sans"/>
              </a:defRPr>
            </a:lvl5pPr>
            <a:lvl6pPr lvl="5" rtl="0">
              <a:spcBef>
                <a:spcPts val="0"/>
              </a:spcBef>
              <a:spcAft>
                <a:spcPts val="0"/>
              </a:spcAft>
              <a:buSzPts val="2400"/>
              <a:buFont typeface="Spline Sans"/>
              <a:buNone/>
              <a:defRPr sz="2400">
                <a:latin typeface="Spline Sans"/>
                <a:ea typeface="Spline Sans"/>
                <a:cs typeface="Spline Sans"/>
                <a:sym typeface="Spline Sans"/>
              </a:defRPr>
            </a:lvl6pPr>
            <a:lvl7pPr lvl="6" rtl="0">
              <a:spcBef>
                <a:spcPts val="0"/>
              </a:spcBef>
              <a:spcAft>
                <a:spcPts val="0"/>
              </a:spcAft>
              <a:buSzPts val="2400"/>
              <a:buFont typeface="Spline Sans"/>
              <a:buNone/>
              <a:defRPr sz="2400">
                <a:latin typeface="Spline Sans"/>
                <a:ea typeface="Spline Sans"/>
                <a:cs typeface="Spline Sans"/>
                <a:sym typeface="Spline Sans"/>
              </a:defRPr>
            </a:lvl7pPr>
            <a:lvl8pPr lvl="7" rtl="0">
              <a:spcBef>
                <a:spcPts val="0"/>
              </a:spcBef>
              <a:spcAft>
                <a:spcPts val="0"/>
              </a:spcAft>
              <a:buSzPts val="2400"/>
              <a:buFont typeface="Spline Sans"/>
              <a:buNone/>
              <a:defRPr sz="2400">
                <a:latin typeface="Spline Sans"/>
                <a:ea typeface="Spline Sans"/>
                <a:cs typeface="Spline Sans"/>
                <a:sym typeface="Spline Sans"/>
              </a:defRPr>
            </a:lvl8pPr>
            <a:lvl9pPr lvl="8" rtl="0">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19104" name="Google Shape;19104;p26"/>
          <p:cNvSpPr txBox="1">
            <a:spLocks noGrp="1"/>
          </p:cNvSpPr>
          <p:nvPr>
            <p:ph type="subTitle" idx="4"/>
          </p:nvPr>
        </p:nvSpPr>
        <p:spPr>
          <a:xfrm>
            <a:off x="2653725" y="2740099"/>
            <a:ext cx="4945500" cy="572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endParaRPr/>
          </a:p>
        </p:txBody>
      </p:sp>
      <p:sp>
        <p:nvSpPr>
          <p:cNvPr id="19105" name="Google Shape;19105;p26"/>
          <p:cNvSpPr txBox="1">
            <a:spLocks noGrp="1"/>
          </p:cNvSpPr>
          <p:nvPr>
            <p:ph type="subTitle" idx="5"/>
          </p:nvPr>
        </p:nvSpPr>
        <p:spPr>
          <a:xfrm>
            <a:off x="2653725" y="1278775"/>
            <a:ext cx="4945500" cy="5070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latin typeface="Spline Sans"/>
                <a:ea typeface="Spline Sans"/>
                <a:cs typeface="Spline Sans"/>
                <a:sym typeface="Spline Sans"/>
              </a:defRPr>
            </a:lvl1pPr>
            <a:lvl2pPr lvl="1" rtl="0">
              <a:spcBef>
                <a:spcPts val="0"/>
              </a:spcBef>
              <a:spcAft>
                <a:spcPts val="0"/>
              </a:spcAft>
              <a:buSzPts val="2400"/>
              <a:buFont typeface="Spline Sans"/>
              <a:buNone/>
              <a:defRPr sz="2400">
                <a:latin typeface="Spline Sans"/>
                <a:ea typeface="Spline Sans"/>
                <a:cs typeface="Spline Sans"/>
                <a:sym typeface="Spline Sans"/>
              </a:defRPr>
            </a:lvl2pPr>
            <a:lvl3pPr lvl="2" rtl="0">
              <a:spcBef>
                <a:spcPts val="0"/>
              </a:spcBef>
              <a:spcAft>
                <a:spcPts val="0"/>
              </a:spcAft>
              <a:buSzPts val="2400"/>
              <a:buFont typeface="Spline Sans"/>
              <a:buNone/>
              <a:defRPr sz="2400">
                <a:latin typeface="Spline Sans"/>
                <a:ea typeface="Spline Sans"/>
                <a:cs typeface="Spline Sans"/>
                <a:sym typeface="Spline Sans"/>
              </a:defRPr>
            </a:lvl3pPr>
            <a:lvl4pPr lvl="3" rtl="0">
              <a:spcBef>
                <a:spcPts val="0"/>
              </a:spcBef>
              <a:spcAft>
                <a:spcPts val="0"/>
              </a:spcAft>
              <a:buSzPts val="2400"/>
              <a:buFont typeface="Spline Sans"/>
              <a:buNone/>
              <a:defRPr sz="2400">
                <a:latin typeface="Spline Sans"/>
                <a:ea typeface="Spline Sans"/>
                <a:cs typeface="Spline Sans"/>
                <a:sym typeface="Spline Sans"/>
              </a:defRPr>
            </a:lvl4pPr>
            <a:lvl5pPr lvl="4" rtl="0">
              <a:spcBef>
                <a:spcPts val="0"/>
              </a:spcBef>
              <a:spcAft>
                <a:spcPts val="0"/>
              </a:spcAft>
              <a:buSzPts val="2400"/>
              <a:buFont typeface="Spline Sans"/>
              <a:buNone/>
              <a:defRPr sz="2400">
                <a:latin typeface="Spline Sans"/>
                <a:ea typeface="Spline Sans"/>
                <a:cs typeface="Spline Sans"/>
                <a:sym typeface="Spline Sans"/>
              </a:defRPr>
            </a:lvl5pPr>
            <a:lvl6pPr lvl="5" rtl="0">
              <a:spcBef>
                <a:spcPts val="0"/>
              </a:spcBef>
              <a:spcAft>
                <a:spcPts val="0"/>
              </a:spcAft>
              <a:buSzPts val="2400"/>
              <a:buFont typeface="Spline Sans"/>
              <a:buNone/>
              <a:defRPr sz="2400">
                <a:latin typeface="Spline Sans"/>
                <a:ea typeface="Spline Sans"/>
                <a:cs typeface="Spline Sans"/>
                <a:sym typeface="Spline Sans"/>
              </a:defRPr>
            </a:lvl6pPr>
            <a:lvl7pPr lvl="6" rtl="0">
              <a:spcBef>
                <a:spcPts val="0"/>
              </a:spcBef>
              <a:spcAft>
                <a:spcPts val="0"/>
              </a:spcAft>
              <a:buSzPts val="2400"/>
              <a:buFont typeface="Spline Sans"/>
              <a:buNone/>
              <a:defRPr sz="2400">
                <a:latin typeface="Spline Sans"/>
                <a:ea typeface="Spline Sans"/>
                <a:cs typeface="Spline Sans"/>
                <a:sym typeface="Spline Sans"/>
              </a:defRPr>
            </a:lvl7pPr>
            <a:lvl8pPr lvl="7" rtl="0">
              <a:spcBef>
                <a:spcPts val="0"/>
              </a:spcBef>
              <a:spcAft>
                <a:spcPts val="0"/>
              </a:spcAft>
              <a:buSzPts val="2400"/>
              <a:buFont typeface="Spline Sans"/>
              <a:buNone/>
              <a:defRPr sz="2400">
                <a:latin typeface="Spline Sans"/>
                <a:ea typeface="Spline Sans"/>
                <a:cs typeface="Spline Sans"/>
                <a:sym typeface="Spline Sans"/>
              </a:defRPr>
            </a:lvl8pPr>
            <a:lvl9pPr lvl="8" rtl="0">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19106" name="Google Shape;19106;p26"/>
          <p:cNvSpPr txBox="1">
            <a:spLocks noGrp="1"/>
          </p:cNvSpPr>
          <p:nvPr>
            <p:ph type="subTitle" idx="6"/>
          </p:nvPr>
        </p:nvSpPr>
        <p:spPr>
          <a:xfrm>
            <a:off x="2653725" y="1621475"/>
            <a:ext cx="4945500" cy="572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9107"/>
        <p:cNvGrpSpPr/>
        <p:nvPr/>
      </p:nvGrpSpPr>
      <p:grpSpPr>
        <a:xfrm>
          <a:off x="0" y="0"/>
          <a:ext cx="0" cy="0"/>
          <a:chOff x="0" y="0"/>
          <a:chExt cx="0" cy="0"/>
        </a:xfrm>
      </p:grpSpPr>
      <p:grpSp>
        <p:nvGrpSpPr>
          <p:cNvPr id="19108" name="Google Shape;19108;p27"/>
          <p:cNvGrpSpPr/>
          <p:nvPr/>
        </p:nvGrpSpPr>
        <p:grpSpPr>
          <a:xfrm>
            <a:off x="38150" y="35427"/>
            <a:ext cx="9067465" cy="5072518"/>
            <a:chOff x="0" y="-63776"/>
            <a:chExt cx="9309513" cy="5207389"/>
          </a:xfrm>
        </p:grpSpPr>
        <p:sp>
          <p:nvSpPr>
            <p:cNvPr id="19109" name="Google Shape;19109;p27"/>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27"/>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27"/>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27"/>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27"/>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27"/>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27"/>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27"/>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27"/>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27"/>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27"/>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27"/>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27"/>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27"/>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27"/>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27"/>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27"/>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27"/>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27"/>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27"/>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27"/>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27"/>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27"/>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27"/>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27"/>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27"/>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27"/>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27"/>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27"/>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27"/>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27"/>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27"/>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27"/>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27"/>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27"/>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27"/>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27"/>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27"/>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27"/>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27"/>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27"/>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27"/>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27"/>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27"/>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27"/>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27"/>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27"/>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27"/>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27"/>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27"/>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27"/>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27"/>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27"/>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27"/>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27"/>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27"/>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27"/>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27"/>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27"/>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27"/>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27"/>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27"/>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27"/>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27"/>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27"/>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27"/>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27"/>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27"/>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27"/>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27"/>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27"/>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27"/>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27"/>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27"/>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27"/>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27"/>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27"/>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27"/>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27"/>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27"/>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27"/>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27"/>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27"/>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27"/>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27"/>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27"/>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27"/>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27"/>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27"/>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27"/>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27"/>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27"/>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27"/>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27"/>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27"/>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27"/>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27"/>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27"/>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27"/>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27"/>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27"/>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27"/>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27"/>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27"/>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27"/>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27"/>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27"/>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27"/>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27"/>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27"/>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27"/>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27"/>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27"/>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27"/>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27"/>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27"/>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27"/>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27"/>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27"/>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27"/>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27"/>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27"/>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27"/>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27"/>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27"/>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27"/>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27"/>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27"/>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27"/>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27"/>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27"/>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27"/>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27"/>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27"/>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27"/>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27"/>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27"/>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27"/>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27"/>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27"/>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27"/>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27"/>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27"/>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27"/>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27"/>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27"/>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27"/>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27"/>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27"/>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27"/>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27"/>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27"/>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27"/>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27"/>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27"/>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27"/>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27"/>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27"/>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27"/>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27"/>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27"/>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27"/>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27"/>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27"/>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27"/>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27"/>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27"/>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27"/>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27"/>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27"/>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27"/>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27"/>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27"/>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27"/>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27"/>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27"/>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27"/>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27"/>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27"/>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27"/>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27"/>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27"/>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27"/>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27"/>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27"/>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27"/>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27"/>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27"/>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27"/>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27"/>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27"/>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27"/>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27"/>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27"/>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27"/>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27"/>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27"/>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27"/>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27"/>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27"/>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27"/>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27"/>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27"/>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27"/>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27"/>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27"/>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27"/>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27"/>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27"/>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27"/>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27"/>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27"/>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27"/>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27"/>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27"/>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27"/>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27"/>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27"/>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27"/>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27"/>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27"/>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27"/>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27"/>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27"/>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27"/>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27"/>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27"/>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27"/>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27"/>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27"/>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27"/>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27"/>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27"/>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27"/>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27"/>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27"/>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27"/>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27"/>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27"/>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27"/>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27"/>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27"/>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27"/>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27"/>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27"/>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27"/>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27"/>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27"/>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27"/>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27"/>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27"/>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27"/>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27"/>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27"/>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27"/>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27"/>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27"/>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27"/>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27"/>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27"/>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27"/>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27"/>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27"/>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27"/>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27"/>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27"/>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27"/>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27"/>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27"/>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27"/>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27"/>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27"/>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27"/>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27"/>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27"/>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27"/>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27"/>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27"/>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27"/>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27"/>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27"/>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27"/>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27"/>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27"/>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27"/>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27"/>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27"/>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27"/>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27"/>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27"/>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27"/>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27"/>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27"/>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27"/>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27"/>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27"/>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27"/>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27"/>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27"/>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27"/>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27"/>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27"/>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27"/>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27"/>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27"/>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27"/>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27"/>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27"/>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27"/>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27"/>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27"/>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27"/>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27"/>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27"/>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27"/>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27"/>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27"/>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27"/>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27"/>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27"/>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27"/>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27"/>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27"/>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27"/>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27"/>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27"/>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27"/>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27"/>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27"/>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27"/>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27"/>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27"/>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27"/>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27"/>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27"/>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27"/>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27"/>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27"/>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27"/>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27"/>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27"/>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27"/>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27"/>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27"/>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27"/>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27"/>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27"/>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27"/>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27"/>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27"/>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27"/>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27"/>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27"/>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27"/>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27"/>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27"/>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27"/>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27"/>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27"/>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27"/>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27"/>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27"/>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27"/>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27"/>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27"/>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27"/>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27"/>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27"/>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27"/>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27"/>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27"/>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27"/>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27"/>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27"/>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27"/>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27"/>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27"/>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27"/>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27"/>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27"/>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27"/>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27"/>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27"/>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27"/>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27"/>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27"/>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27"/>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27"/>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27"/>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27"/>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27"/>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27"/>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27"/>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27"/>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27"/>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27"/>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27"/>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27"/>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27"/>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27"/>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27"/>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27"/>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27"/>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27"/>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27"/>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27"/>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27"/>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27"/>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27"/>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27"/>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27"/>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27"/>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27"/>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27"/>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27"/>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27"/>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27"/>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27"/>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27"/>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27"/>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27"/>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27"/>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27"/>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27"/>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27"/>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27"/>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27"/>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27"/>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27"/>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27"/>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27"/>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27"/>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27"/>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27"/>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27"/>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27"/>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27"/>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27"/>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27"/>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27"/>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27"/>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27"/>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27"/>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27"/>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27"/>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27"/>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27"/>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27"/>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27"/>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27"/>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27"/>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27"/>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27"/>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27"/>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27"/>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27"/>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27"/>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27"/>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27"/>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27"/>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27"/>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27"/>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27"/>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27"/>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27"/>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27"/>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27"/>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27"/>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27"/>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27"/>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27"/>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27"/>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27"/>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27"/>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27"/>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27"/>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27"/>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27"/>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27"/>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27"/>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27"/>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27"/>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27"/>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27"/>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27"/>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27"/>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27"/>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27"/>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27"/>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27"/>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27"/>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27"/>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27"/>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27"/>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27"/>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27"/>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27"/>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27"/>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27"/>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27"/>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27"/>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27"/>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27"/>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27"/>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27"/>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27"/>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27"/>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27"/>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27"/>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27"/>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27"/>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27"/>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27"/>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27"/>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27"/>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27"/>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27"/>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27"/>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27"/>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27"/>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27"/>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27"/>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27"/>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27"/>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27"/>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27"/>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27"/>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27"/>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27"/>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27"/>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27"/>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27"/>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27"/>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27"/>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27"/>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27"/>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27"/>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27"/>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27"/>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27"/>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27"/>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27"/>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27"/>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27"/>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27"/>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27"/>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27"/>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27"/>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27"/>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27"/>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27"/>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27"/>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27"/>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27"/>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27"/>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27"/>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27"/>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27"/>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27"/>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27"/>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27"/>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27"/>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27"/>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27"/>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27"/>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27"/>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27"/>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27"/>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27"/>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27"/>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27"/>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27"/>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27"/>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27"/>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27"/>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27"/>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27"/>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27"/>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27"/>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27"/>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27"/>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27"/>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27"/>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27"/>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27"/>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27"/>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27"/>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27"/>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27"/>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27"/>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27"/>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27"/>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27"/>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27"/>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27"/>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27"/>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27"/>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27"/>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27"/>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27"/>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27"/>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27"/>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27"/>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27"/>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27"/>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27"/>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27"/>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27"/>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27"/>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27"/>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27"/>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27"/>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27"/>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27"/>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27"/>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27"/>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27"/>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27"/>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27"/>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27"/>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27"/>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27"/>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27"/>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27"/>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27"/>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27"/>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27"/>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27"/>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27"/>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27"/>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27"/>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27"/>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27"/>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27"/>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27"/>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27"/>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27"/>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27"/>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27"/>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27"/>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27"/>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27"/>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27"/>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27"/>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27"/>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27"/>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27"/>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27"/>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27"/>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27"/>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27"/>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27"/>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27"/>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27"/>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27"/>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27"/>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27"/>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27"/>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27"/>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27"/>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27"/>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27"/>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27"/>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27"/>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27"/>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27"/>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27"/>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27"/>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27"/>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27"/>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27"/>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27"/>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27"/>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27"/>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27"/>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27"/>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27"/>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27"/>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27"/>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27"/>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27"/>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27"/>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27"/>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27"/>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27"/>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27"/>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27"/>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27"/>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27"/>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27"/>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27"/>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27"/>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27"/>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27"/>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27"/>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27"/>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27"/>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27"/>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27"/>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27"/>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27"/>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27"/>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27"/>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27"/>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27"/>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27"/>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27"/>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27"/>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27"/>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27"/>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27"/>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27"/>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27"/>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27"/>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27"/>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27"/>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27"/>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27"/>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27"/>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27"/>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27"/>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27"/>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27"/>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27"/>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27"/>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27"/>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27"/>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27"/>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27"/>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27"/>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27"/>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27"/>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27"/>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27"/>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27"/>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27"/>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27"/>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27"/>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27"/>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27"/>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27"/>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27"/>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27"/>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27"/>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27"/>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27"/>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27"/>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27"/>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27"/>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27"/>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27"/>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27"/>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27"/>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27"/>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27"/>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27"/>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27"/>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27"/>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27"/>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27"/>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27"/>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27"/>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27"/>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27"/>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27"/>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27"/>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27"/>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27"/>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27"/>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27"/>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27"/>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27"/>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27"/>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27"/>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27"/>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27"/>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27"/>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27"/>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27"/>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27"/>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27"/>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27"/>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27"/>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27"/>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27"/>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27"/>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27"/>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27"/>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27"/>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27"/>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27"/>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27"/>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27"/>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27"/>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27"/>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27"/>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27"/>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27"/>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27"/>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27"/>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27"/>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27"/>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27"/>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27"/>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27"/>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27"/>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27"/>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27"/>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27"/>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27"/>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27"/>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27"/>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27"/>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27"/>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27"/>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27"/>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27"/>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27"/>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27"/>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8" name="Google Shape;19928;p27"/>
          <p:cNvGrpSpPr/>
          <p:nvPr/>
        </p:nvGrpSpPr>
        <p:grpSpPr>
          <a:xfrm>
            <a:off x="235650" y="204150"/>
            <a:ext cx="8683925" cy="4735200"/>
            <a:chOff x="235650" y="204150"/>
            <a:chExt cx="8683925" cy="4735200"/>
          </a:xfrm>
        </p:grpSpPr>
        <p:sp>
          <p:nvSpPr>
            <p:cNvPr id="19929" name="Google Shape;19929;p27"/>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9930" name="Google Shape;19930;p27"/>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19931" name="Google Shape;19931;p27"/>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27"/>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27"/>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34" name="Google Shape;19934;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935" name="Google Shape;19935;p27"/>
          <p:cNvSpPr txBox="1">
            <a:spLocks noGrp="1"/>
          </p:cNvSpPr>
          <p:nvPr>
            <p:ph type="subTitle" idx="1"/>
          </p:nvPr>
        </p:nvSpPr>
        <p:spPr>
          <a:xfrm>
            <a:off x="1867575" y="2120692"/>
            <a:ext cx="2292300" cy="665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9936" name="Google Shape;19936;p27"/>
          <p:cNvSpPr txBox="1">
            <a:spLocks noGrp="1"/>
          </p:cNvSpPr>
          <p:nvPr>
            <p:ph type="subTitle" idx="2"/>
          </p:nvPr>
        </p:nvSpPr>
        <p:spPr>
          <a:xfrm>
            <a:off x="5926975" y="2120692"/>
            <a:ext cx="2292300" cy="665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9937" name="Google Shape;19937;p27"/>
          <p:cNvSpPr txBox="1">
            <a:spLocks noGrp="1"/>
          </p:cNvSpPr>
          <p:nvPr>
            <p:ph type="subTitle" idx="3"/>
          </p:nvPr>
        </p:nvSpPr>
        <p:spPr>
          <a:xfrm>
            <a:off x="1867575" y="3561975"/>
            <a:ext cx="2292300" cy="665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9938" name="Google Shape;19938;p27"/>
          <p:cNvSpPr txBox="1">
            <a:spLocks noGrp="1"/>
          </p:cNvSpPr>
          <p:nvPr>
            <p:ph type="subTitle" idx="4"/>
          </p:nvPr>
        </p:nvSpPr>
        <p:spPr>
          <a:xfrm>
            <a:off x="5926975" y="3561975"/>
            <a:ext cx="2292300" cy="665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19939" name="Google Shape;19939;p27"/>
          <p:cNvSpPr txBox="1">
            <a:spLocks noGrp="1"/>
          </p:cNvSpPr>
          <p:nvPr>
            <p:ph type="subTitle" idx="5"/>
          </p:nvPr>
        </p:nvSpPr>
        <p:spPr>
          <a:xfrm>
            <a:off x="1867575" y="1691975"/>
            <a:ext cx="2292300" cy="5301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19940" name="Google Shape;19940;p27"/>
          <p:cNvSpPr txBox="1">
            <a:spLocks noGrp="1"/>
          </p:cNvSpPr>
          <p:nvPr>
            <p:ph type="subTitle" idx="6"/>
          </p:nvPr>
        </p:nvSpPr>
        <p:spPr>
          <a:xfrm>
            <a:off x="1867575" y="3125525"/>
            <a:ext cx="2292300" cy="5301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19941" name="Google Shape;19941;p27"/>
          <p:cNvSpPr txBox="1">
            <a:spLocks noGrp="1"/>
          </p:cNvSpPr>
          <p:nvPr>
            <p:ph type="subTitle" idx="7"/>
          </p:nvPr>
        </p:nvSpPr>
        <p:spPr>
          <a:xfrm>
            <a:off x="5926975" y="1691975"/>
            <a:ext cx="2292300" cy="5301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19942" name="Google Shape;19942;p27"/>
          <p:cNvSpPr txBox="1">
            <a:spLocks noGrp="1"/>
          </p:cNvSpPr>
          <p:nvPr>
            <p:ph type="subTitle" idx="8"/>
          </p:nvPr>
        </p:nvSpPr>
        <p:spPr>
          <a:xfrm>
            <a:off x="5926975" y="3125525"/>
            <a:ext cx="2292300" cy="5301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1">
  <p:cSld name="CUSTOM_5_1">
    <p:spTree>
      <p:nvGrpSpPr>
        <p:cNvPr id="1" name="Shape 19943"/>
        <p:cNvGrpSpPr/>
        <p:nvPr/>
      </p:nvGrpSpPr>
      <p:grpSpPr>
        <a:xfrm>
          <a:off x="0" y="0"/>
          <a:ext cx="0" cy="0"/>
          <a:chOff x="0" y="0"/>
          <a:chExt cx="0" cy="0"/>
        </a:xfrm>
      </p:grpSpPr>
      <p:grpSp>
        <p:nvGrpSpPr>
          <p:cNvPr id="19944" name="Google Shape;19944;p28"/>
          <p:cNvGrpSpPr/>
          <p:nvPr/>
        </p:nvGrpSpPr>
        <p:grpSpPr>
          <a:xfrm>
            <a:off x="38150" y="35427"/>
            <a:ext cx="9067465" cy="5072518"/>
            <a:chOff x="0" y="-63776"/>
            <a:chExt cx="9309513" cy="5207389"/>
          </a:xfrm>
        </p:grpSpPr>
        <p:sp>
          <p:nvSpPr>
            <p:cNvPr id="19945" name="Google Shape;19945;p28"/>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28"/>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28"/>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28"/>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28"/>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28"/>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28"/>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28"/>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28"/>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28"/>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28"/>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28"/>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28"/>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28"/>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28"/>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28"/>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28"/>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28"/>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28"/>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28"/>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28"/>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28"/>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28"/>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28"/>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28"/>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28"/>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28"/>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28"/>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28"/>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28"/>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28"/>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28"/>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28"/>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28"/>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28"/>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28"/>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28"/>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28"/>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28"/>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28"/>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28"/>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28"/>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28"/>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28"/>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28"/>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28"/>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28"/>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28"/>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28"/>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28"/>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28"/>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28"/>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28"/>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28"/>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28"/>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28"/>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28"/>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28"/>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28"/>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28"/>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28"/>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28"/>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28"/>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28"/>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28"/>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28"/>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28"/>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28"/>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28"/>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28"/>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28"/>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28"/>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28"/>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28"/>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28"/>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28"/>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28"/>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28"/>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28"/>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28"/>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28"/>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28"/>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28"/>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28"/>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28"/>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28"/>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28"/>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28"/>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28"/>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4" name="Google Shape;20034;p28"/>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28"/>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28"/>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28"/>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28"/>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28"/>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28"/>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28"/>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28"/>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28"/>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28"/>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28"/>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28"/>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28"/>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28"/>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28"/>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28"/>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28"/>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28"/>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28"/>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28"/>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28"/>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28"/>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28"/>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28"/>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28"/>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28"/>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28"/>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28"/>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28"/>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28"/>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28"/>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28"/>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28"/>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28"/>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28"/>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28"/>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28"/>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28"/>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28"/>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28"/>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28"/>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28"/>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28"/>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28"/>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28"/>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28"/>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28"/>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28"/>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28"/>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28"/>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28"/>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28"/>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28"/>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28"/>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28"/>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28"/>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28"/>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28"/>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28"/>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28"/>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28"/>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28"/>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28"/>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28"/>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28"/>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28"/>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28"/>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28"/>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28"/>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28"/>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28"/>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28"/>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28"/>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28"/>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28"/>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28"/>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28"/>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28"/>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28"/>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28"/>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28"/>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28"/>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28"/>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28"/>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28"/>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28"/>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28"/>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28"/>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28"/>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28"/>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28"/>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28"/>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28"/>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28"/>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28"/>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28"/>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28"/>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28"/>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28"/>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28"/>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28"/>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28"/>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28"/>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28"/>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28"/>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28"/>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28"/>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28"/>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28"/>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28"/>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28"/>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28"/>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28"/>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28"/>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28"/>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28"/>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28"/>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28"/>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28"/>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28"/>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28"/>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28"/>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28"/>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28"/>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28"/>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28"/>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28"/>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28"/>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28"/>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28"/>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28"/>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28"/>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28"/>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28"/>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28"/>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28"/>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28"/>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28"/>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28"/>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28"/>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28"/>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28"/>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28"/>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28"/>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28"/>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28"/>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28"/>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28"/>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28"/>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28"/>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28"/>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28"/>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28"/>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28"/>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28"/>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28"/>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28"/>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28"/>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28"/>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28"/>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28"/>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28"/>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28"/>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28"/>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28"/>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28"/>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28"/>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28"/>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28"/>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28"/>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28"/>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28"/>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28"/>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28"/>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28"/>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28"/>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28"/>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28"/>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28"/>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28"/>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28"/>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28"/>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28"/>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28"/>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28"/>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28"/>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28"/>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28"/>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28"/>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28"/>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28"/>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28"/>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28"/>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28"/>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28"/>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28"/>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28"/>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28"/>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28"/>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28"/>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28"/>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28"/>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28"/>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8" name="Google Shape;20238;p28"/>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28"/>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28"/>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28"/>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28"/>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28"/>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28"/>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28"/>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28"/>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28"/>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28"/>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28"/>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28"/>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28"/>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28"/>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28"/>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28"/>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28"/>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28"/>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28"/>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28"/>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28"/>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28"/>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28"/>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28"/>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28"/>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28"/>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28"/>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28"/>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28"/>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28"/>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28"/>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28"/>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28"/>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28"/>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28"/>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28"/>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28"/>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28"/>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28"/>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28"/>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28"/>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28"/>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28"/>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28"/>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28"/>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28"/>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28"/>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28"/>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28"/>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28"/>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28"/>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28"/>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28"/>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28"/>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28"/>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28"/>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28"/>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28"/>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28"/>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28"/>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28"/>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28"/>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28"/>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28"/>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28"/>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28"/>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28"/>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28"/>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28"/>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28"/>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28"/>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28"/>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28"/>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28"/>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28"/>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28"/>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28"/>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28"/>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28"/>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28"/>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28"/>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28"/>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28"/>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28"/>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28"/>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28"/>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28"/>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28"/>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28"/>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28"/>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28"/>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28"/>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28"/>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28"/>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28"/>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28"/>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28"/>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28"/>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28"/>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28"/>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28"/>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28"/>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28"/>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28"/>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28"/>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28"/>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28"/>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28"/>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28"/>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28"/>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28"/>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28"/>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28"/>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28"/>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28"/>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28"/>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28"/>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28"/>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28"/>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28"/>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28"/>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28"/>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28"/>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28"/>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28"/>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28"/>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28"/>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28"/>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28"/>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28"/>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28"/>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28"/>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28"/>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28"/>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28"/>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28"/>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28"/>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28"/>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28"/>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28"/>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28"/>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28"/>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28"/>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28"/>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28"/>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28"/>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28"/>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28"/>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28"/>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28"/>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28"/>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28"/>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28"/>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28"/>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28"/>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28"/>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28"/>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28"/>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28"/>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28"/>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28"/>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28"/>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28"/>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28"/>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28"/>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28"/>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28"/>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28"/>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28"/>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28"/>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28"/>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28"/>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28"/>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28"/>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28"/>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28"/>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28"/>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28"/>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28"/>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28"/>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28"/>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28"/>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28"/>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28"/>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28"/>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28"/>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28"/>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28"/>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28"/>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28"/>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28"/>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28"/>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28"/>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28"/>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28"/>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28"/>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28"/>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28"/>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28"/>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28"/>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28"/>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28"/>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28"/>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28"/>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28"/>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28"/>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28"/>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28"/>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28"/>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28"/>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28"/>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28"/>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28"/>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28"/>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28"/>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28"/>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28"/>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28"/>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28"/>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28"/>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28"/>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28"/>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28"/>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28"/>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28"/>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28"/>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28"/>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28"/>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28"/>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28"/>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28"/>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28"/>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28"/>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28"/>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28"/>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28"/>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28"/>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28"/>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28"/>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28"/>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28"/>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28"/>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28"/>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28"/>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28"/>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28"/>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28"/>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28"/>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28"/>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28"/>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28"/>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28"/>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28"/>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28"/>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28"/>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28"/>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28"/>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28"/>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28"/>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28"/>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28"/>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28"/>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28"/>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28"/>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28"/>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28"/>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28"/>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28"/>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28"/>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28"/>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28"/>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28"/>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28"/>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28"/>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28"/>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28"/>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28"/>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28"/>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28"/>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28"/>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28"/>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28"/>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28"/>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28"/>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28"/>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28"/>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28"/>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28"/>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28"/>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28"/>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28"/>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28"/>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28"/>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28"/>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28"/>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28"/>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28"/>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28"/>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7" name="Google Shape;20537;p28"/>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28"/>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28"/>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28"/>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28"/>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28"/>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28"/>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28"/>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28"/>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28"/>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28"/>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28"/>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28"/>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28"/>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28"/>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28"/>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28"/>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28"/>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28"/>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28"/>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28"/>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28"/>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28"/>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28"/>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28"/>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28"/>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28"/>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28"/>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28"/>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28"/>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28"/>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28"/>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28"/>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28"/>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28"/>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28"/>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28"/>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28"/>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28"/>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28"/>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28"/>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28"/>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28"/>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28"/>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28"/>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28"/>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28"/>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28"/>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28"/>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28"/>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28"/>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28"/>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28"/>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28"/>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28"/>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28"/>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28"/>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28"/>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28"/>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28"/>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28"/>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28"/>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28"/>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28"/>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28"/>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28"/>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28"/>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28"/>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28"/>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28"/>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28"/>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28"/>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28"/>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28"/>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1" name="Google Shape;20611;p28"/>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28"/>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28"/>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28"/>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28"/>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28"/>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28"/>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28"/>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28"/>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28"/>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28"/>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28"/>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28"/>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28"/>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28"/>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28"/>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28"/>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28"/>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28"/>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28"/>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28"/>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28"/>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28"/>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28"/>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28"/>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28"/>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28"/>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28"/>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28"/>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28"/>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28"/>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28"/>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28"/>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28"/>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28"/>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28"/>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28"/>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28"/>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28"/>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28"/>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28"/>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28"/>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28"/>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28"/>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28"/>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6" name="Google Shape;20656;p28"/>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28"/>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28"/>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28"/>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28"/>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28"/>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28"/>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28"/>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28"/>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28"/>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28"/>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28"/>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28"/>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28"/>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28"/>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28"/>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28"/>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28"/>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28"/>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28"/>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28"/>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28"/>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28"/>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28"/>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28"/>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28"/>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28"/>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28"/>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28"/>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28"/>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28"/>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28"/>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28"/>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28"/>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28"/>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28"/>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28"/>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28"/>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28"/>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28"/>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28"/>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28"/>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28"/>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28"/>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28"/>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28"/>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28"/>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28"/>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28"/>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28"/>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28"/>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28"/>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28"/>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28"/>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28"/>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28"/>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28"/>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28"/>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28"/>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28"/>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28"/>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28"/>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28"/>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28"/>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28"/>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28"/>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28"/>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28"/>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28"/>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28"/>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28"/>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28"/>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28"/>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28"/>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28"/>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28"/>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28"/>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28"/>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28"/>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28"/>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28"/>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28"/>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28"/>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28"/>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28"/>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28"/>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28"/>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28"/>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28"/>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28"/>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28"/>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28"/>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28"/>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28"/>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28"/>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28"/>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28"/>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28"/>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28"/>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28"/>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28"/>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28"/>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28"/>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28"/>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28"/>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28"/>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28"/>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28"/>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4" name="Google Shape;20764;p28"/>
          <p:cNvGrpSpPr/>
          <p:nvPr/>
        </p:nvGrpSpPr>
        <p:grpSpPr>
          <a:xfrm>
            <a:off x="235650" y="204150"/>
            <a:ext cx="8683925" cy="4735200"/>
            <a:chOff x="235650" y="204150"/>
            <a:chExt cx="8683925" cy="4735200"/>
          </a:xfrm>
        </p:grpSpPr>
        <p:sp>
          <p:nvSpPr>
            <p:cNvPr id="20765" name="Google Shape;20765;p28"/>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766" name="Google Shape;20766;p28"/>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20767" name="Google Shape;20767;p28"/>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28"/>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9" name="Google Shape;20769;p28"/>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70" name="Google Shape;20770;p2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0771" name="Google Shape;20771;p28"/>
          <p:cNvSpPr txBox="1">
            <a:spLocks noGrp="1"/>
          </p:cNvSpPr>
          <p:nvPr>
            <p:ph type="subTitle" idx="1"/>
          </p:nvPr>
        </p:nvSpPr>
        <p:spPr>
          <a:xfrm>
            <a:off x="722950" y="2120692"/>
            <a:ext cx="2259900" cy="665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0772" name="Google Shape;20772;p28"/>
          <p:cNvSpPr txBox="1">
            <a:spLocks noGrp="1"/>
          </p:cNvSpPr>
          <p:nvPr>
            <p:ph type="subTitle" idx="2"/>
          </p:nvPr>
        </p:nvSpPr>
        <p:spPr>
          <a:xfrm>
            <a:off x="6154779" y="2120692"/>
            <a:ext cx="2259900" cy="665400"/>
          </a:xfrm>
          <a:prstGeom prst="rect">
            <a:avLst/>
          </a:prstGeom>
          <a:ln>
            <a:noFill/>
          </a:ln>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0773" name="Google Shape;20773;p28"/>
          <p:cNvSpPr txBox="1">
            <a:spLocks noGrp="1"/>
          </p:cNvSpPr>
          <p:nvPr>
            <p:ph type="subTitle" idx="3"/>
          </p:nvPr>
        </p:nvSpPr>
        <p:spPr>
          <a:xfrm>
            <a:off x="722950" y="3561975"/>
            <a:ext cx="2259900" cy="6654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0774" name="Google Shape;20774;p28"/>
          <p:cNvSpPr txBox="1">
            <a:spLocks noGrp="1"/>
          </p:cNvSpPr>
          <p:nvPr>
            <p:ph type="subTitle" idx="4"/>
          </p:nvPr>
        </p:nvSpPr>
        <p:spPr>
          <a:xfrm>
            <a:off x="6154779" y="3561975"/>
            <a:ext cx="2259900" cy="665400"/>
          </a:xfrm>
          <a:prstGeom prst="rect">
            <a:avLst/>
          </a:prstGeom>
          <a:noFill/>
          <a:ln>
            <a:noFill/>
          </a:ln>
        </p:spPr>
        <p:txBody>
          <a:bodyPr spcFirstLastPara="1" wrap="square" lIns="91425" tIns="91425" rIns="91425" bIns="91425" anchor="t" anchorCtr="0">
            <a:noAutofit/>
          </a:bodyPr>
          <a:lstStyle>
            <a:lvl1pPr lvl="0" algn="r" rtl="0">
              <a:lnSpc>
                <a:spcPct val="115000"/>
              </a:lnSpc>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0775" name="Google Shape;20775;p28"/>
          <p:cNvSpPr txBox="1">
            <a:spLocks noGrp="1"/>
          </p:cNvSpPr>
          <p:nvPr>
            <p:ph type="subTitle" idx="5"/>
          </p:nvPr>
        </p:nvSpPr>
        <p:spPr>
          <a:xfrm>
            <a:off x="722950" y="1691975"/>
            <a:ext cx="2259900" cy="5301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0776" name="Google Shape;20776;p28"/>
          <p:cNvSpPr txBox="1">
            <a:spLocks noGrp="1"/>
          </p:cNvSpPr>
          <p:nvPr>
            <p:ph type="subTitle" idx="6"/>
          </p:nvPr>
        </p:nvSpPr>
        <p:spPr>
          <a:xfrm>
            <a:off x="722950" y="3125525"/>
            <a:ext cx="2259900" cy="5301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0777" name="Google Shape;20777;p28"/>
          <p:cNvSpPr txBox="1">
            <a:spLocks noGrp="1"/>
          </p:cNvSpPr>
          <p:nvPr>
            <p:ph type="subTitle" idx="7"/>
          </p:nvPr>
        </p:nvSpPr>
        <p:spPr>
          <a:xfrm>
            <a:off x="6154775" y="1691975"/>
            <a:ext cx="2259900" cy="530100"/>
          </a:xfrm>
          <a:prstGeom prst="rect">
            <a:avLst/>
          </a:prstGeom>
          <a:ln>
            <a:noFill/>
          </a:ln>
        </p:spPr>
        <p:txBody>
          <a:bodyPr spcFirstLastPara="1" wrap="square" lIns="91425" tIns="91425" rIns="91425" bIns="91425" anchor="b" anchorCtr="0">
            <a:noAutofit/>
          </a:bodyPr>
          <a:lstStyle>
            <a:lvl1pPr lvl="0" algn="r"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0778" name="Google Shape;20778;p28"/>
          <p:cNvSpPr txBox="1">
            <a:spLocks noGrp="1"/>
          </p:cNvSpPr>
          <p:nvPr>
            <p:ph type="subTitle" idx="8"/>
          </p:nvPr>
        </p:nvSpPr>
        <p:spPr>
          <a:xfrm>
            <a:off x="6154775" y="3125525"/>
            <a:ext cx="2259900" cy="530100"/>
          </a:xfrm>
          <a:prstGeom prst="rect">
            <a:avLst/>
          </a:prstGeom>
          <a:ln>
            <a:noFill/>
          </a:ln>
        </p:spPr>
        <p:txBody>
          <a:bodyPr spcFirstLastPara="1" wrap="square" lIns="91425" tIns="91425" rIns="91425" bIns="91425" anchor="b" anchorCtr="0">
            <a:noAutofit/>
          </a:bodyPr>
          <a:lstStyle>
            <a:lvl1pPr lvl="0" algn="r"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five columns">
  <p:cSld name="CUSTOM_13">
    <p:spTree>
      <p:nvGrpSpPr>
        <p:cNvPr id="1" name="Shape 20779"/>
        <p:cNvGrpSpPr/>
        <p:nvPr/>
      </p:nvGrpSpPr>
      <p:grpSpPr>
        <a:xfrm>
          <a:off x="0" y="0"/>
          <a:ext cx="0" cy="0"/>
          <a:chOff x="0" y="0"/>
          <a:chExt cx="0" cy="0"/>
        </a:xfrm>
      </p:grpSpPr>
      <p:grpSp>
        <p:nvGrpSpPr>
          <p:cNvPr id="20780" name="Google Shape;20780;p29"/>
          <p:cNvGrpSpPr/>
          <p:nvPr/>
        </p:nvGrpSpPr>
        <p:grpSpPr>
          <a:xfrm>
            <a:off x="38150" y="35427"/>
            <a:ext cx="9067465" cy="5072518"/>
            <a:chOff x="0" y="-63776"/>
            <a:chExt cx="9309513" cy="5207389"/>
          </a:xfrm>
        </p:grpSpPr>
        <p:sp>
          <p:nvSpPr>
            <p:cNvPr id="20781" name="Google Shape;20781;p29"/>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29"/>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29"/>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29"/>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29"/>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29"/>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29"/>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29"/>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29"/>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29"/>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29"/>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29"/>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29"/>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29"/>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29"/>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29"/>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29"/>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29"/>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29"/>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29"/>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29"/>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29"/>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29"/>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29"/>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29"/>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29"/>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29"/>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29"/>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29"/>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29"/>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29"/>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29"/>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29"/>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29"/>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29"/>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29"/>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29"/>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29"/>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29"/>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29"/>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29"/>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29"/>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29"/>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29"/>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29"/>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29"/>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29"/>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29"/>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29"/>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29"/>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29"/>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29"/>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29"/>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29"/>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29"/>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29"/>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29"/>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29"/>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29"/>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29"/>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29"/>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29"/>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29"/>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29"/>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29"/>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29"/>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29"/>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29"/>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29"/>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29"/>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29"/>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29"/>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29"/>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29"/>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29"/>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29"/>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29"/>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29"/>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29"/>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29"/>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29"/>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29"/>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29"/>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29"/>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29"/>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29"/>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29"/>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29"/>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29"/>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29"/>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1" name="Google Shape;20871;p29"/>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29"/>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29"/>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29"/>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29"/>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29"/>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29"/>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29"/>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29"/>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29"/>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29"/>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29"/>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29"/>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29"/>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29"/>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29"/>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29"/>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29"/>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29"/>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29"/>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29"/>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29"/>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29"/>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29"/>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29"/>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29"/>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29"/>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29"/>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29"/>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29"/>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29"/>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29"/>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29"/>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29"/>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29"/>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29"/>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29"/>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29"/>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29"/>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29"/>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29"/>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29"/>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29"/>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29"/>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29"/>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29"/>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29"/>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29"/>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29"/>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29"/>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29"/>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29"/>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29"/>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29"/>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29"/>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29"/>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29"/>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8" name="Google Shape;20928;p29"/>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29"/>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29"/>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29"/>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29"/>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29"/>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29"/>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29"/>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29"/>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29"/>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29"/>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29"/>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29"/>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29"/>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29"/>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29"/>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29"/>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29"/>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29"/>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29"/>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29"/>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29"/>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29"/>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29"/>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29"/>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29"/>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29"/>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29"/>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29"/>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29"/>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29"/>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29"/>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29"/>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29"/>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29"/>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29"/>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29"/>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29"/>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29"/>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29"/>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29"/>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29"/>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29"/>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29"/>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29"/>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29"/>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29"/>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29"/>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29"/>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29"/>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29"/>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29"/>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29"/>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29"/>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29"/>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29"/>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29"/>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29"/>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29"/>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29"/>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29"/>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29"/>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29"/>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29"/>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29"/>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29"/>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29"/>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29"/>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6" name="Google Shape;20996;p29"/>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29"/>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29"/>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29"/>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0" name="Google Shape;21000;p29"/>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29"/>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29"/>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29"/>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29"/>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29"/>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29"/>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29"/>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8" name="Google Shape;21008;p29"/>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29"/>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29"/>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29"/>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29"/>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29"/>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29"/>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29"/>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29"/>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29"/>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8" name="Google Shape;21018;p29"/>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29"/>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29"/>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29"/>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29"/>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29"/>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29"/>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29"/>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29"/>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29"/>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29"/>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29"/>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29"/>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29"/>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29"/>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29"/>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29"/>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29"/>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29"/>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29"/>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29"/>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29"/>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29"/>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29"/>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29"/>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29"/>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29"/>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29"/>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29"/>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29"/>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29"/>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29"/>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29"/>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29"/>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29"/>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29"/>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29"/>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29"/>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29"/>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29"/>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29"/>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29"/>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29"/>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29"/>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29"/>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29"/>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4" name="Google Shape;21064;p29"/>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29"/>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29"/>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29"/>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29"/>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29"/>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29"/>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29"/>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29"/>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29"/>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29"/>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29"/>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29"/>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29"/>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29"/>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29"/>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29"/>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29"/>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29"/>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29"/>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29"/>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29"/>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29"/>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29"/>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29"/>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29"/>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29"/>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29"/>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29"/>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29"/>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29"/>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29"/>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29"/>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29"/>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29"/>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29"/>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29"/>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29"/>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29"/>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29"/>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29"/>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29"/>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29"/>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29"/>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29"/>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29"/>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29"/>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29"/>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29"/>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29"/>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29"/>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29"/>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29"/>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29"/>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29"/>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29"/>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29"/>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1" name="Google Shape;21121;p29"/>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29"/>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29"/>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29"/>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29"/>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29"/>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29"/>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29"/>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29"/>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29"/>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29"/>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29"/>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29"/>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29"/>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29"/>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29"/>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29"/>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29"/>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29"/>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29"/>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29"/>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29"/>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29"/>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29"/>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29"/>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29"/>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29"/>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29"/>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29"/>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29"/>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29"/>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29"/>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29"/>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29"/>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29"/>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29"/>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29"/>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29"/>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29"/>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29"/>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29"/>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29"/>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29"/>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29"/>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29"/>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29"/>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29"/>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29"/>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29"/>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29"/>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29"/>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29"/>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29"/>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29"/>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29"/>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29"/>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29"/>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8" name="Google Shape;21178;p29"/>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9" name="Google Shape;21179;p29"/>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29"/>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29"/>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29"/>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29"/>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29"/>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29"/>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29"/>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29"/>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29"/>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29"/>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29"/>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29"/>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29"/>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29"/>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29"/>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29"/>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29"/>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29"/>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29"/>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9" name="Google Shape;21199;p29"/>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29"/>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29"/>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29"/>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29"/>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29"/>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29"/>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29"/>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29"/>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29"/>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29"/>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29"/>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1" name="Google Shape;21211;p29"/>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29"/>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29"/>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29"/>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29"/>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29"/>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29"/>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29"/>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29"/>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29"/>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29"/>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29"/>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29"/>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29"/>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29"/>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29"/>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29"/>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29"/>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29"/>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29"/>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29"/>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2" name="Google Shape;21232;p29"/>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29"/>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29"/>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29"/>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29"/>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29"/>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29"/>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29"/>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29"/>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29"/>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29"/>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29"/>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29"/>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29"/>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29"/>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29"/>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8" name="Google Shape;21248;p29"/>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9" name="Google Shape;21249;p29"/>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29"/>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29"/>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29"/>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29"/>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29"/>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29"/>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6" name="Google Shape;21256;p29"/>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29"/>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29"/>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29"/>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29"/>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29"/>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29"/>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29"/>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29"/>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29"/>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29"/>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29"/>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8" name="Google Shape;21268;p29"/>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29"/>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29"/>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29"/>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29"/>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29"/>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29"/>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29"/>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29"/>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29"/>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29"/>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29"/>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29"/>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29"/>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29"/>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29"/>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29"/>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29"/>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29"/>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29"/>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8" name="Google Shape;21288;p29"/>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9" name="Google Shape;21289;p29"/>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29"/>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29"/>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29"/>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29"/>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29"/>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29"/>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29"/>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29"/>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29"/>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29"/>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29"/>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29"/>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29"/>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29"/>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29"/>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29"/>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29"/>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7" name="Google Shape;21307;p29"/>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29"/>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29"/>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29"/>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29"/>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29"/>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29"/>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29"/>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29"/>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29"/>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29"/>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29"/>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29"/>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29"/>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29"/>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29"/>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29"/>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29"/>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29"/>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29"/>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29"/>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29"/>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29"/>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29"/>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29"/>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29"/>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3" name="Google Shape;21333;p29"/>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29"/>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29"/>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29"/>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7" name="Google Shape;21337;p29"/>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8" name="Google Shape;21338;p29"/>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29"/>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29"/>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29"/>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29"/>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29"/>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29"/>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29"/>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29"/>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29"/>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29"/>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29"/>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29"/>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29"/>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29"/>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3" name="Google Shape;21353;p29"/>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29"/>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29"/>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29"/>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29"/>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29"/>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29"/>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29"/>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29"/>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29"/>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29"/>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29"/>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29"/>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29"/>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29"/>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29"/>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29"/>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29"/>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29"/>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29"/>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29"/>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29"/>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29"/>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29"/>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29"/>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29"/>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29"/>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29"/>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29"/>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29"/>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29"/>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29"/>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29"/>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29"/>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7" name="Google Shape;21387;p29"/>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8" name="Google Shape;21388;p29"/>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29"/>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29"/>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29"/>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29"/>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29"/>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29"/>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29"/>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6" name="Google Shape;21396;p29"/>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7" name="Google Shape;21397;p29"/>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29"/>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29"/>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29"/>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29"/>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29"/>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29"/>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29"/>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29"/>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29"/>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29"/>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29"/>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29"/>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29"/>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29"/>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29"/>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29"/>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29"/>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29"/>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29"/>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29"/>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29"/>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29"/>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29"/>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29"/>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29"/>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29"/>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29"/>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29"/>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29"/>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29"/>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29"/>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29"/>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29"/>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29"/>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29"/>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29"/>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29"/>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29"/>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29"/>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29"/>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29"/>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29"/>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29"/>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29"/>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29"/>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29"/>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29"/>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29"/>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29"/>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29"/>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8" name="Google Shape;21448;p29"/>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29"/>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29"/>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29"/>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29"/>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29"/>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4" name="Google Shape;21454;p29"/>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5" name="Google Shape;21455;p29"/>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29"/>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29"/>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29"/>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29"/>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29"/>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29"/>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29"/>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29"/>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29"/>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29"/>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29"/>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7" name="Google Shape;21467;p29"/>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8" name="Google Shape;21468;p29"/>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29"/>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29"/>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29"/>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2" name="Google Shape;21472;p29"/>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29"/>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29"/>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29"/>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29"/>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29"/>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29"/>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29"/>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29"/>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1" name="Google Shape;21481;p29"/>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29"/>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29"/>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29"/>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29"/>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29"/>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29"/>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29"/>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29"/>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29"/>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29"/>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29"/>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29"/>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4" name="Google Shape;21494;p29"/>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29"/>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29"/>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29"/>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29"/>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29"/>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29"/>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29"/>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29"/>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29"/>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29"/>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29"/>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29"/>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29"/>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29"/>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29"/>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29"/>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29"/>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29"/>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29"/>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29"/>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29"/>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29"/>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29"/>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29"/>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29"/>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29"/>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29"/>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29"/>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29"/>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29"/>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29"/>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29"/>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29"/>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29"/>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29"/>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29"/>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29"/>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29"/>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29"/>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29"/>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29"/>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29"/>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7" name="Google Shape;21537;p29"/>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29"/>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29"/>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0" name="Google Shape;21540;p29"/>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29"/>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29"/>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29"/>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29"/>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29"/>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29"/>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29"/>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29"/>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29"/>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29"/>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29"/>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29"/>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29"/>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29"/>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29"/>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29"/>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29"/>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29"/>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29"/>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29"/>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29"/>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29"/>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29"/>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29"/>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29"/>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29"/>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29"/>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29"/>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29"/>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29"/>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29"/>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29"/>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29"/>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29"/>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29"/>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29"/>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29"/>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29"/>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29"/>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29"/>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29"/>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29"/>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29"/>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29"/>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29"/>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29"/>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29"/>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29"/>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29"/>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29"/>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29"/>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29"/>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29"/>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29"/>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29"/>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29"/>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29"/>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29"/>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29"/>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00" name="Google Shape;21600;p29"/>
          <p:cNvGrpSpPr/>
          <p:nvPr/>
        </p:nvGrpSpPr>
        <p:grpSpPr>
          <a:xfrm>
            <a:off x="235650" y="204150"/>
            <a:ext cx="8683925" cy="4735200"/>
            <a:chOff x="235650" y="204150"/>
            <a:chExt cx="8683925" cy="4735200"/>
          </a:xfrm>
        </p:grpSpPr>
        <p:sp>
          <p:nvSpPr>
            <p:cNvPr id="21601" name="Google Shape;21601;p29"/>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602" name="Google Shape;21602;p29"/>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21603" name="Google Shape;21603;p29"/>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29"/>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29"/>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06" name="Google Shape;21606;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1607" name="Google Shape;21607;p29"/>
          <p:cNvSpPr txBox="1">
            <a:spLocks noGrp="1"/>
          </p:cNvSpPr>
          <p:nvPr>
            <p:ph type="subTitle" idx="1"/>
          </p:nvPr>
        </p:nvSpPr>
        <p:spPr>
          <a:xfrm>
            <a:off x="1105813" y="2008270"/>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1608" name="Google Shape;21608;p29"/>
          <p:cNvSpPr txBox="1">
            <a:spLocks noGrp="1"/>
          </p:cNvSpPr>
          <p:nvPr>
            <p:ph type="subTitle" idx="2"/>
          </p:nvPr>
        </p:nvSpPr>
        <p:spPr>
          <a:xfrm>
            <a:off x="3579562" y="2008270"/>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1609" name="Google Shape;21609;p29"/>
          <p:cNvSpPr txBox="1">
            <a:spLocks noGrp="1"/>
          </p:cNvSpPr>
          <p:nvPr>
            <p:ph type="subTitle" idx="3"/>
          </p:nvPr>
        </p:nvSpPr>
        <p:spPr>
          <a:xfrm>
            <a:off x="1105810" y="3477790"/>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1610" name="Google Shape;21610;p29"/>
          <p:cNvSpPr txBox="1">
            <a:spLocks noGrp="1"/>
          </p:cNvSpPr>
          <p:nvPr>
            <p:ph type="subTitle" idx="4"/>
          </p:nvPr>
        </p:nvSpPr>
        <p:spPr>
          <a:xfrm>
            <a:off x="3579559" y="3477790"/>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1611" name="Google Shape;21611;p29"/>
          <p:cNvSpPr txBox="1">
            <a:spLocks noGrp="1"/>
          </p:cNvSpPr>
          <p:nvPr>
            <p:ph type="subTitle" idx="5"/>
          </p:nvPr>
        </p:nvSpPr>
        <p:spPr>
          <a:xfrm>
            <a:off x="6052189" y="2008270"/>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1612" name="Google Shape;21612;p29"/>
          <p:cNvSpPr txBox="1">
            <a:spLocks noGrp="1"/>
          </p:cNvSpPr>
          <p:nvPr>
            <p:ph type="subTitle" idx="6"/>
          </p:nvPr>
        </p:nvSpPr>
        <p:spPr>
          <a:xfrm>
            <a:off x="1105813" y="1555749"/>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1613" name="Google Shape;21613;p29"/>
          <p:cNvSpPr txBox="1">
            <a:spLocks noGrp="1"/>
          </p:cNvSpPr>
          <p:nvPr>
            <p:ph type="subTitle" idx="7"/>
          </p:nvPr>
        </p:nvSpPr>
        <p:spPr>
          <a:xfrm>
            <a:off x="3579562" y="1561299"/>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1614" name="Google Shape;21614;p29"/>
          <p:cNvSpPr txBox="1">
            <a:spLocks noGrp="1"/>
          </p:cNvSpPr>
          <p:nvPr>
            <p:ph type="subTitle" idx="8"/>
          </p:nvPr>
        </p:nvSpPr>
        <p:spPr>
          <a:xfrm>
            <a:off x="6052189" y="1555749"/>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1615" name="Google Shape;21615;p29"/>
          <p:cNvSpPr txBox="1">
            <a:spLocks noGrp="1"/>
          </p:cNvSpPr>
          <p:nvPr>
            <p:ph type="subTitle" idx="9"/>
          </p:nvPr>
        </p:nvSpPr>
        <p:spPr>
          <a:xfrm>
            <a:off x="1105810" y="3030899"/>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1616" name="Google Shape;21616;p29"/>
          <p:cNvSpPr txBox="1">
            <a:spLocks noGrp="1"/>
          </p:cNvSpPr>
          <p:nvPr>
            <p:ph type="subTitle" idx="13"/>
          </p:nvPr>
        </p:nvSpPr>
        <p:spPr>
          <a:xfrm>
            <a:off x="3579559" y="3030899"/>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1617"/>
        <p:cNvGrpSpPr/>
        <p:nvPr/>
      </p:nvGrpSpPr>
      <p:grpSpPr>
        <a:xfrm>
          <a:off x="0" y="0"/>
          <a:ext cx="0" cy="0"/>
          <a:chOff x="0" y="0"/>
          <a:chExt cx="0" cy="0"/>
        </a:xfrm>
      </p:grpSpPr>
      <p:grpSp>
        <p:nvGrpSpPr>
          <p:cNvPr id="21618" name="Google Shape;21618;p30"/>
          <p:cNvGrpSpPr/>
          <p:nvPr/>
        </p:nvGrpSpPr>
        <p:grpSpPr>
          <a:xfrm>
            <a:off x="38150" y="35427"/>
            <a:ext cx="9067465" cy="5072518"/>
            <a:chOff x="0" y="-63776"/>
            <a:chExt cx="9309513" cy="5207389"/>
          </a:xfrm>
        </p:grpSpPr>
        <p:sp>
          <p:nvSpPr>
            <p:cNvPr id="21619" name="Google Shape;21619;p30"/>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30"/>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30"/>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30"/>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30"/>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30"/>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30"/>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30"/>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30"/>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30"/>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30"/>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30"/>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30"/>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30"/>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30"/>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30"/>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30"/>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30"/>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30"/>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30"/>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30"/>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30"/>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30"/>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30"/>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30"/>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30"/>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30"/>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30"/>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30"/>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30"/>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30"/>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30"/>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30"/>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30"/>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30"/>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30"/>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30"/>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30"/>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30"/>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30"/>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30"/>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30"/>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1" name="Google Shape;21661;p30"/>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2" name="Google Shape;21662;p30"/>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30"/>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30"/>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30"/>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30"/>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30"/>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30"/>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30"/>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30"/>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30"/>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30"/>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30"/>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30"/>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30"/>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30"/>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30"/>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30"/>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30"/>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30"/>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1" name="Google Shape;21681;p30"/>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2" name="Google Shape;21682;p30"/>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30"/>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30"/>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30"/>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30"/>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30"/>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30"/>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30"/>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30"/>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30"/>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30"/>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3" name="Google Shape;21693;p30"/>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4" name="Google Shape;21694;p30"/>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30"/>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30"/>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30"/>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30"/>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30"/>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30"/>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30"/>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30"/>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30"/>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30"/>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30"/>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30"/>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30"/>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30"/>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30"/>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30"/>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30"/>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30"/>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30"/>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30"/>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30"/>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30"/>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30"/>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30"/>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30"/>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30"/>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30"/>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30"/>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30"/>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30"/>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30"/>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30"/>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30"/>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30"/>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30"/>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30"/>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30"/>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30"/>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30"/>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30"/>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30"/>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30"/>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30"/>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30"/>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9" name="Google Shape;21739;p30"/>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30"/>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30"/>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30"/>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30"/>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30"/>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30"/>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30"/>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30"/>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30"/>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30"/>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30"/>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30"/>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30"/>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30"/>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30"/>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30"/>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6" name="Google Shape;21756;p30"/>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30"/>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30"/>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30"/>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30"/>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30"/>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30"/>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30"/>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30"/>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30"/>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30"/>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30"/>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30"/>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30"/>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30"/>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30"/>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2" name="Google Shape;21772;p30"/>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3" name="Google Shape;21773;p30"/>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30"/>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30"/>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30"/>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30"/>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30"/>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30"/>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30"/>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1" name="Google Shape;21781;p30"/>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2" name="Google Shape;21782;p30"/>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30"/>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30"/>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30"/>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30"/>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30"/>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30"/>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30"/>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30"/>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1" name="Google Shape;21791;p30"/>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30"/>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30"/>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30"/>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30"/>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30"/>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30"/>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8" name="Google Shape;21798;p30"/>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9" name="Google Shape;21799;p30"/>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30"/>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30"/>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30"/>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30"/>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30"/>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30"/>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30"/>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30"/>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30"/>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30"/>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30"/>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30"/>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30"/>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30"/>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30"/>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30"/>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30"/>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30"/>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30"/>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30"/>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30"/>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30"/>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30"/>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30"/>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30"/>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30"/>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30"/>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30"/>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30"/>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30"/>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30"/>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30"/>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30"/>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30"/>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30"/>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30"/>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30"/>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30"/>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30"/>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30"/>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30"/>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30"/>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30"/>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30"/>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30"/>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30"/>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30"/>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30"/>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30"/>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30"/>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30"/>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30"/>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2" name="Google Shape;21852;p30"/>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3" name="Google Shape;21853;p30"/>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30"/>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30"/>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30"/>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30"/>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30"/>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30"/>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30"/>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30"/>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30"/>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3" name="Google Shape;21863;p30"/>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4" name="Google Shape;21864;p30"/>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30"/>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30"/>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30"/>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30"/>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30"/>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30"/>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30"/>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30"/>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30"/>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30"/>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30"/>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30"/>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7" name="Google Shape;21877;p30"/>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8" name="Google Shape;21878;p30"/>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30"/>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30"/>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30"/>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2" name="Google Shape;21882;p30"/>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30"/>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30"/>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30"/>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30"/>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30"/>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30"/>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30"/>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30"/>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30"/>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30"/>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30"/>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30"/>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30"/>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30"/>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30"/>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30"/>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30"/>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30"/>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30"/>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30"/>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30"/>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30"/>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30"/>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30"/>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30"/>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30"/>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30"/>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30"/>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30"/>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30"/>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30"/>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30"/>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30"/>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30"/>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30"/>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30"/>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30"/>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30"/>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30"/>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30"/>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30"/>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30"/>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30"/>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30"/>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30"/>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30"/>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30"/>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30"/>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30"/>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30"/>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3" name="Google Shape;21933;p30"/>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4" name="Google Shape;21934;p30"/>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30"/>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30"/>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30"/>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30"/>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30"/>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30"/>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30"/>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30"/>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30"/>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30"/>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30"/>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30"/>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30"/>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30"/>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30"/>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30"/>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30"/>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30"/>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30"/>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30"/>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30"/>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30"/>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30"/>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30"/>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30"/>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30"/>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30"/>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30"/>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30"/>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30"/>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30"/>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30"/>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30"/>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30"/>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9" name="Google Shape;21969;p30"/>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0" name="Google Shape;21970;p30"/>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1" name="Google Shape;21971;p30"/>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30"/>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30"/>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30"/>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30"/>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30"/>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30"/>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30"/>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30"/>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30"/>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30"/>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30"/>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30"/>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30"/>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30"/>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30"/>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30"/>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30"/>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30"/>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30"/>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30"/>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30"/>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30"/>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30"/>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30"/>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30"/>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30"/>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30"/>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30"/>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30"/>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30"/>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30"/>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30"/>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30"/>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30"/>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30"/>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30"/>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30"/>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30"/>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0" name="Google Shape;22010;p30"/>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1" name="Google Shape;22011;p30"/>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30"/>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30"/>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30"/>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30"/>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30"/>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30"/>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30"/>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9" name="Google Shape;22019;p30"/>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30"/>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30"/>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30"/>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30"/>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30"/>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30"/>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6" name="Google Shape;22026;p30"/>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7" name="Google Shape;22027;p30"/>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30"/>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30"/>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30"/>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30"/>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30"/>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30"/>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30"/>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30"/>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30"/>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30"/>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30"/>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30"/>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30"/>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30"/>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2" name="Google Shape;22042;p30"/>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3" name="Google Shape;22043;p30"/>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30"/>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30"/>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30"/>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30"/>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30"/>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30"/>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30"/>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30"/>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30"/>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30"/>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30"/>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30"/>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6" name="Google Shape;22056;p30"/>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30"/>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30"/>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30"/>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30"/>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30"/>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30"/>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30"/>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30"/>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30"/>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30"/>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7" name="Google Shape;22067;p30"/>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8" name="Google Shape;22068;p30"/>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30"/>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0" name="Google Shape;22070;p30"/>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1" name="Google Shape;22071;p30"/>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30"/>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30"/>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30"/>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30"/>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30"/>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30"/>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30"/>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30"/>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30"/>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30"/>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30"/>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30"/>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30"/>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30"/>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30"/>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7" name="Google Shape;22087;p30"/>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8" name="Google Shape;22088;p30"/>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30"/>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30"/>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30"/>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30"/>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30"/>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30"/>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30"/>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30"/>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30"/>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30"/>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30"/>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30"/>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30"/>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30"/>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30"/>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30"/>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30"/>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30"/>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30"/>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30"/>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30"/>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30"/>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30"/>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30"/>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30"/>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30"/>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30"/>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6" name="Google Shape;22116;p30"/>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7" name="Google Shape;22117;p30"/>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30"/>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30"/>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30"/>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30"/>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30"/>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30"/>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30"/>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30"/>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30"/>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30"/>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30"/>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30"/>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30"/>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30"/>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30"/>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30"/>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30"/>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30"/>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30"/>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7" name="Google Shape;22137;p30"/>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8" name="Google Shape;22138;p30"/>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30"/>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30"/>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30"/>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30"/>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30"/>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30"/>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30"/>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30"/>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30"/>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30"/>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30"/>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30"/>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1" name="Google Shape;22151;p30"/>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30"/>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30"/>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4" name="Google Shape;22154;p30"/>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5" name="Google Shape;22155;p30"/>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30"/>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30"/>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30"/>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30"/>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30"/>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30"/>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30"/>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30"/>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4" name="Google Shape;22164;p30"/>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5" name="Google Shape;22165;p30"/>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6" name="Google Shape;22166;p30"/>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30"/>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30"/>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30"/>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30"/>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30"/>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30"/>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30"/>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30"/>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30"/>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30"/>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30"/>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30"/>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9" name="Google Shape;22179;p30"/>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0" name="Google Shape;22180;p30"/>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30"/>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30"/>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30"/>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30"/>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30"/>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30"/>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30"/>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30"/>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30"/>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30"/>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30"/>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30"/>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30"/>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30"/>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30"/>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30"/>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30"/>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30"/>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9" name="Google Shape;22199;p30"/>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0" name="Google Shape;22200;p30"/>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30"/>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30"/>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30"/>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30"/>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30"/>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30"/>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30"/>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30"/>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30"/>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30"/>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30"/>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30"/>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30"/>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30"/>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30"/>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30"/>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30"/>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30"/>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30"/>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30"/>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30"/>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30"/>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30"/>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30"/>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30"/>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30"/>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30"/>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8" name="Google Shape;22228;p30"/>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30"/>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30"/>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30"/>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30"/>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30"/>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30"/>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30"/>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6" name="Google Shape;22236;p30"/>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30"/>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30"/>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30"/>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30"/>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30"/>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30"/>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30"/>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30"/>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30"/>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30"/>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30"/>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30"/>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30"/>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0" name="Google Shape;22250;p30"/>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30"/>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30"/>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30"/>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30"/>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30"/>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30"/>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30"/>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30"/>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30"/>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30"/>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30"/>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30"/>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3" name="Google Shape;22263;p30"/>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4" name="Google Shape;22264;p30"/>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30"/>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30"/>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30"/>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8" name="Google Shape;22268;p30"/>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30"/>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30"/>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30"/>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30"/>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30"/>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30"/>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30"/>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30"/>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30"/>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30"/>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9" name="Google Shape;22279;p30"/>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30"/>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30"/>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2" name="Google Shape;22282;p30"/>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3" name="Google Shape;22283;p30"/>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30"/>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30"/>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30"/>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30"/>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30"/>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30"/>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30"/>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1" name="Google Shape;22291;p30"/>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2" name="Google Shape;22292;p30"/>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30"/>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4" name="Google Shape;22294;p30"/>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5" name="Google Shape;22295;p30"/>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30"/>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30"/>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30"/>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30"/>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30"/>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30"/>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30"/>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30"/>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30"/>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30"/>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30"/>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30"/>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30"/>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30"/>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0" name="Google Shape;22310;p30"/>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1" name="Google Shape;22311;p30"/>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30"/>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30"/>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4" name="Google Shape;22314;p30"/>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5" name="Google Shape;22315;p30"/>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30"/>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30"/>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30"/>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30"/>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30"/>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30"/>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30"/>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30"/>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30"/>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30"/>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30"/>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30"/>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8" name="Google Shape;22328;p30"/>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30"/>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30"/>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30"/>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30"/>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30"/>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30"/>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5" name="Google Shape;22335;p30"/>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30"/>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30"/>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8" name="Google Shape;22338;p30"/>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9" name="Google Shape;22339;p30"/>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0" name="Google Shape;22340;p30"/>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30"/>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30"/>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30"/>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30"/>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30"/>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6" name="Google Shape;22346;p30"/>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30"/>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30"/>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30"/>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30"/>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30"/>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30"/>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30"/>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30"/>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30"/>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30"/>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30"/>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8" name="Google Shape;22358;p30"/>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9" name="Google Shape;22359;p30"/>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30"/>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30"/>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30"/>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30"/>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30"/>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30"/>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30"/>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30"/>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30"/>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9" name="Google Shape;22369;p30"/>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0" name="Google Shape;22370;p30"/>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30"/>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2" name="Google Shape;22372;p30"/>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30"/>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4" name="Google Shape;22374;p30"/>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5" name="Google Shape;22375;p30"/>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30"/>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30"/>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30"/>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30"/>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30"/>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30"/>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30"/>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30"/>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4" name="Google Shape;22384;p30"/>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5" name="Google Shape;22385;p30"/>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6" name="Google Shape;22386;p30"/>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7" name="Google Shape;22387;p30"/>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8" name="Google Shape;22388;p30"/>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9" name="Google Shape;22389;p30"/>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0" name="Google Shape;22390;p30"/>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1" name="Google Shape;22391;p30"/>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30"/>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30"/>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30"/>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30"/>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30"/>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30"/>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8" name="Google Shape;22398;p30"/>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9" name="Google Shape;22399;p30"/>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30"/>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30"/>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30"/>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30"/>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30"/>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30"/>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6" name="Google Shape;22406;p30"/>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7" name="Google Shape;22407;p30"/>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30"/>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30"/>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30"/>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1" name="Google Shape;22411;p30"/>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2" name="Google Shape;22412;p30"/>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30"/>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30"/>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30"/>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30"/>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30"/>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30"/>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9" name="Google Shape;22419;p30"/>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0" name="Google Shape;22420;p30"/>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30"/>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30"/>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30"/>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30"/>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30"/>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30"/>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30"/>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30"/>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30"/>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30"/>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30"/>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30"/>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30"/>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30"/>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5" name="Google Shape;22435;p30"/>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6" name="Google Shape;22436;p30"/>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30"/>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38" name="Google Shape;22438;p30"/>
          <p:cNvGrpSpPr/>
          <p:nvPr/>
        </p:nvGrpSpPr>
        <p:grpSpPr>
          <a:xfrm>
            <a:off x="235650" y="204150"/>
            <a:ext cx="8683925" cy="4735200"/>
            <a:chOff x="235650" y="204150"/>
            <a:chExt cx="8683925" cy="4735200"/>
          </a:xfrm>
        </p:grpSpPr>
        <p:sp>
          <p:nvSpPr>
            <p:cNvPr id="22439" name="Google Shape;22439;p30"/>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440" name="Google Shape;22440;p30"/>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22441" name="Google Shape;22441;p30"/>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30"/>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30"/>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44" name="Google Shape;22444;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2445" name="Google Shape;22445;p30"/>
          <p:cNvSpPr txBox="1">
            <a:spLocks noGrp="1"/>
          </p:cNvSpPr>
          <p:nvPr>
            <p:ph type="subTitle" idx="1"/>
          </p:nvPr>
        </p:nvSpPr>
        <p:spPr>
          <a:xfrm>
            <a:off x="1105400" y="2074687"/>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2446" name="Google Shape;22446;p30"/>
          <p:cNvSpPr txBox="1">
            <a:spLocks noGrp="1"/>
          </p:cNvSpPr>
          <p:nvPr>
            <p:ph type="subTitle" idx="2"/>
          </p:nvPr>
        </p:nvSpPr>
        <p:spPr>
          <a:xfrm>
            <a:off x="3579149" y="2074687"/>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2447" name="Google Shape;22447;p30"/>
          <p:cNvSpPr txBox="1">
            <a:spLocks noGrp="1"/>
          </p:cNvSpPr>
          <p:nvPr>
            <p:ph type="subTitle" idx="3"/>
          </p:nvPr>
        </p:nvSpPr>
        <p:spPr>
          <a:xfrm>
            <a:off x="1105400" y="3508087"/>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2448" name="Google Shape;22448;p30"/>
          <p:cNvSpPr txBox="1">
            <a:spLocks noGrp="1"/>
          </p:cNvSpPr>
          <p:nvPr>
            <p:ph type="subTitle" idx="4"/>
          </p:nvPr>
        </p:nvSpPr>
        <p:spPr>
          <a:xfrm>
            <a:off x="3579149" y="3508087"/>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2449" name="Google Shape;22449;p30"/>
          <p:cNvSpPr txBox="1">
            <a:spLocks noGrp="1"/>
          </p:cNvSpPr>
          <p:nvPr>
            <p:ph type="subTitle" idx="5"/>
          </p:nvPr>
        </p:nvSpPr>
        <p:spPr>
          <a:xfrm>
            <a:off x="6052610" y="2074687"/>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2450" name="Google Shape;22450;p30"/>
          <p:cNvSpPr txBox="1">
            <a:spLocks noGrp="1"/>
          </p:cNvSpPr>
          <p:nvPr>
            <p:ph type="subTitle" idx="6"/>
          </p:nvPr>
        </p:nvSpPr>
        <p:spPr>
          <a:xfrm>
            <a:off x="6052610" y="3508087"/>
            <a:ext cx="1986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15000"/>
              </a:lnSpc>
              <a:spcBef>
                <a:spcPts val="0"/>
              </a:spcBef>
              <a:spcAft>
                <a:spcPts val="0"/>
              </a:spcAft>
              <a:buSzPts val="1400"/>
              <a:buNone/>
              <a:defRPr/>
            </a:lvl2pPr>
            <a:lvl3pPr lvl="2" algn="ctr" rtl="0">
              <a:lnSpc>
                <a:spcPct val="115000"/>
              </a:lnSpc>
              <a:spcBef>
                <a:spcPts val="0"/>
              </a:spcBef>
              <a:spcAft>
                <a:spcPts val="0"/>
              </a:spcAft>
              <a:buSzPts val="1400"/>
              <a:buNone/>
              <a:defRPr/>
            </a:lvl3pPr>
            <a:lvl4pPr lvl="3" algn="ctr" rtl="0">
              <a:lnSpc>
                <a:spcPct val="115000"/>
              </a:lnSpc>
              <a:spcBef>
                <a:spcPts val="0"/>
              </a:spcBef>
              <a:spcAft>
                <a:spcPts val="0"/>
              </a:spcAft>
              <a:buSzPts val="1400"/>
              <a:buNone/>
              <a:defRPr/>
            </a:lvl4pPr>
            <a:lvl5pPr lvl="4" algn="ctr" rtl="0">
              <a:lnSpc>
                <a:spcPct val="115000"/>
              </a:lnSpc>
              <a:spcBef>
                <a:spcPts val="0"/>
              </a:spcBef>
              <a:spcAft>
                <a:spcPts val="0"/>
              </a:spcAft>
              <a:buSzPts val="1400"/>
              <a:buNone/>
              <a:defRPr/>
            </a:lvl5pPr>
            <a:lvl6pPr lvl="5" algn="ctr" rtl="0">
              <a:lnSpc>
                <a:spcPct val="115000"/>
              </a:lnSpc>
              <a:spcBef>
                <a:spcPts val="0"/>
              </a:spcBef>
              <a:spcAft>
                <a:spcPts val="0"/>
              </a:spcAft>
              <a:buSzPts val="1400"/>
              <a:buNone/>
              <a:defRPr/>
            </a:lvl6pPr>
            <a:lvl7pPr lvl="6" algn="ctr" rtl="0">
              <a:lnSpc>
                <a:spcPct val="115000"/>
              </a:lnSpc>
              <a:spcBef>
                <a:spcPts val="0"/>
              </a:spcBef>
              <a:spcAft>
                <a:spcPts val="0"/>
              </a:spcAft>
              <a:buSzPts val="1400"/>
              <a:buNone/>
              <a:defRPr/>
            </a:lvl7pPr>
            <a:lvl8pPr lvl="7" algn="ctr" rtl="0">
              <a:lnSpc>
                <a:spcPct val="115000"/>
              </a:lnSpc>
              <a:spcBef>
                <a:spcPts val="0"/>
              </a:spcBef>
              <a:spcAft>
                <a:spcPts val="0"/>
              </a:spcAft>
              <a:buSzPts val="1400"/>
              <a:buNone/>
              <a:defRPr/>
            </a:lvl8pPr>
            <a:lvl9pPr lvl="8" algn="ctr" rtl="0">
              <a:lnSpc>
                <a:spcPct val="115000"/>
              </a:lnSpc>
              <a:spcBef>
                <a:spcPts val="0"/>
              </a:spcBef>
              <a:spcAft>
                <a:spcPts val="0"/>
              </a:spcAft>
              <a:buSzPts val="1400"/>
              <a:buNone/>
              <a:defRPr/>
            </a:lvl9pPr>
          </a:lstStyle>
          <a:p>
            <a:endParaRPr/>
          </a:p>
        </p:txBody>
      </p:sp>
      <p:sp>
        <p:nvSpPr>
          <p:cNvPr id="22451" name="Google Shape;22451;p30"/>
          <p:cNvSpPr txBox="1">
            <a:spLocks noGrp="1"/>
          </p:cNvSpPr>
          <p:nvPr>
            <p:ph type="subTitle" idx="7"/>
          </p:nvPr>
        </p:nvSpPr>
        <p:spPr>
          <a:xfrm>
            <a:off x="1105400" y="1634078"/>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2452" name="Google Shape;22452;p30"/>
          <p:cNvSpPr txBox="1">
            <a:spLocks noGrp="1"/>
          </p:cNvSpPr>
          <p:nvPr>
            <p:ph type="subTitle" idx="8"/>
          </p:nvPr>
        </p:nvSpPr>
        <p:spPr>
          <a:xfrm>
            <a:off x="3579149" y="1639628"/>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2453" name="Google Shape;22453;p30"/>
          <p:cNvSpPr txBox="1">
            <a:spLocks noGrp="1"/>
          </p:cNvSpPr>
          <p:nvPr>
            <p:ph type="subTitle" idx="9"/>
          </p:nvPr>
        </p:nvSpPr>
        <p:spPr>
          <a:xfrm>
            <a:off x="6052610" y="1634078"/>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2454" name="Google Shape;22454;p30"/>
          <p:cNvSpPr txBox="1">
            <a:spLocks noGrp="1"/>
          </p:cNvSpPr>
          <p:nvPr>
            <p:ph type="subTitle" idx="13"/>
          </p:nvPr>
        </p:nvSpPr>
        <p:spPr>
          <a:xfrm>
            <a:off x="1105400" y="3066428"/>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2455" name="Google Shape;22455;p30"/>
          <p:cNvSpPr txBox="1">
            <a:spLocks noGrp="1"/>
          </p:cNvSpPr>
          <p:nvPr>
            <p:ph type="subTitle" idx="14"/>
          </p:nvPr>
        </p:nvSpPr>
        <p:spPr>
          <a:xfrm>
            <a:off x="3579149" y="3066428"/>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
        <p:nvSpPr>
          <p:cNvPr id="22456" name="Google Shape;22456;p30"/>
          <p:cNvSpPr txBox="1">
            <a:spLocks noGrp="1"/>
          </p:cNvSpPr>
          <p:nvPr>
            <p:ph type="subTitle" idx="15"/>
          </p:nvPr>
        </p:nvSpPr>
        <p:spPr>
          <a:xfrm>
            <a:off x="6052610" y="3066428"/>
            <a:ext cx="1986000" cy="5235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Spline Sans"/>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2pPr>
            <a:lvl3pPr lvl="2"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3pPr>
            <a:lvl4pPr lvl="3"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4pPr>
            <a:lvl5pPr lvl="4"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5pPr>
            <a:lvl6pPr lvl="5"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6pPr>
            <a:lvl7pPr lvl="6"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7pPr>
            <a:lvl8pPr lvl="7"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8pPr>
            <a:lvl9pPr lvl="8" algn="ctr" rtl="0">
              <a:lnSpc>
                <a:spcPct val="115000"/>
              </a:lnSpc>
              <a:spcBef>
                <a:spcPts val="0"/>
              </a:spcBef>
              <a:spcAft>
                <a:spcPts val="0"/>
              </a:spcAft>
              <a:buSzPts val="2400"/>
              <a:buFont typeface="Spline Sans"/>
              <a:buNone/>
              <a:defRPr sz="2400">
                <a:latin typeface="Spline Sans"/>
                <a:ea typeface="Spline Sans"/>
                <a:cs typeface="Spline Sans"/>
                <a:sym typeface="Spline Sans"/>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22457"/>
        <p:cNvGrpSpPr/>
        <p:nvPr/>
      </p:nvGrpSpPr>
      <p:grpSpPr>
        <a:xfrm>
          <a:off x="0" y="0"/>
          <a:ext cx="0" cy="0"/>
          <a:chOff x="0" y="0"/>
          <a:chExt cx="0" cy="0"/>
        </a:xfrm>
      </p:grpSpPr>
      <p:grpSp>
        <p:nvGrpSpPr>
          <p:cNvPr id="22458" name="Google Shape;22458;p31"/>
          <p:cNvGrpSpPr/>
          <p:nvPr/>
        </p:nvGrpSpPr>
        <p:grpSpPr>
          <a:xfrm>
            <a:off x="38150" y="35427"/>
            <a:ext cx="9067465" cy="5072518"/>
            <a:chOff x="0" y="-63776"/>
            <a:chExt cx="9309513" cy="5207389"/>
          </a:xfrm>
        </p:grpSpPr>
        <p:sp>
          <p:nvSpPr>
            <p:cNvPr id="22459" name="Google Shape;22459;p31"/>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0" name="Google Shape;22460;p31"/>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31"/>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2" name="Google Shape;22462;p31"/>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3" name="Google Shape;22463;p31"/>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31"/>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31"/>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31"/>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31"/>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31"/>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31"/>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31"/>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31"/>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31"/>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31"/>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31"/>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31"/>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31"/>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31"/>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31"/>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31"/>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0" name="Google Shape;22480;p31"/>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1" name="Google Shape;22481;p31"/>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31"/>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31"/>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4" name="Google Shape;22484;p31"/>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5" name="Google Shape;22485;p31"/>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31"/>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31"/>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31"/>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31"/>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31"/>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1" name="Google Shape;22491;p31"/>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2" name="Google Shape;22492;p31"/>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31"/>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31"/>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5" name="Google Shape;22495;p31"/>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31"/>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31"/>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8" name="Google Shape;22498;p31"/>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9" name="Google Shape;22499;p31"/>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31"/>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31"/>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31"/>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31"/>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31"/>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31"/>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31"/>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31"/>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31"/>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9" name="Google Shape;22509;p31"/>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0" name="Google Shape;22510;p31"/>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31"/>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31"/>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31"/>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31"/>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31"/>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31"/>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31"/>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8" name="Google Shape;22518;p31"/>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31"/>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31"/>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31"/>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31"/>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3" name="Google Shape;22523;p31"/>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4" name="Google Shape;22524;p31"/>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31"/>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31"/>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31"/>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31"/>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9" name="Google Shape;22529;p31"/>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0" name="Google Shape;22530;p31"/>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31"/>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31"/>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31"/>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31"/>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31"/>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31"/>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7" name="Google Shape;22537;p31"/>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31"/>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31"/>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31"/>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31"/>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31"/>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31"/>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31"/>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31"/>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31"/>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7" name="Google Shape;22547;p31"/>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8" name="Google Shape;22548;p31"/>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31"/>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31"/>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31"/>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31"/>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31"/>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31"/>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31"/>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31"/>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31"/>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8" name="Google Shape;22558;p31"/>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9" name="Google Shape;22559;p31"/>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31"/>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31"/>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31"/>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31"/>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31"/>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31"/>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31"/>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7" name="Google Shape;22567;p31"/>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31"/>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31"/>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31"/>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1" name="Google Shape;22571;p31"/>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2" name="Google Shape;22572;p31"/>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31"/>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31"/>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31"/>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31"/>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31"/>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31"/>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31"/>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31"/>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1" name="Google Shape;22581;p31"/>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2" name="Google Shape;22582;p31"/>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31"/>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31"/>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31"/>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31"/>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31"/>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31"/>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31"/>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31"/>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31"/>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31"/>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31"/>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31"/>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31"/>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31"/>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31"/>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31"/>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31"/>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31"/>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1" name="Google Shape;22601;p31"/>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2" name="Google Shape;22602;p31"/>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31"/>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31"/>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31"/>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31"/>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31"/>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31"/>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31"/>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31"/>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1" name="Google Shape;22611;p31"/>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2" name="Google Shape;22612;p31"/>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31"/>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31"/>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31"/>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31"/>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31"/>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31"/>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31"/>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0" name="Google Shape;22620;p31"/>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1" name="Google Shape;22621;p31"/>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31"/>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31"/>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31"/>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31"/>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31"/>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31"/>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8" name="Google Shape;22628;p31"/>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9" name="Google Shape;22629;p31"/>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31"/>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1" name="Google Shape;22631;p31"/>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31"/>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31"/>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31"/>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31"/>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31"/>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31"/>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31"/>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31"/>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0" name="Google Shape;22640;p31"/>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1" name="Google Shape;22641;p31"/>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31"/>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31"/>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31"/>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31"/>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31"/>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31"/>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31"/>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9" name="Google Shape;22649;p31"/>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0" name="Google Shape;22650;p31"/>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31"/>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2" name="Google Shape;22652;p31"/>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3" name="Google Shape;22653;p31"/>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31"/>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31"/>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6" name="Google Shape;22656;p31"/>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31"/>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31"/>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31"/>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31"/>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31"/>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2" name="Google Shape;22662;p31"/>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3" name="Google Shape;22663;p31"/>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31"/>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31"/>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31"/>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31"/>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31"/>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31"/>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31"/>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31"/>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31"/>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3" name="Google Shape;22673;p31"/>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4" name="Google Shape;22674;p31"/>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31"/>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31"/>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31"/>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31"/>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31"/>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31"/>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31"/>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2" name="Google Shape;22682;p31"/>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31"/>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31"/>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31"/>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31"/>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31"/>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31"/>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31"/>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31"/>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1" name="Google Shape;22691;p31"/>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2" name="Google Shape;22692;p31"/>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31"/>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31"/>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31"/>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31"/>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31"/>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31"/>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31"/>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0" name="Google Shape;22700;p31"/>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1" name="Google Shape;22701;p31"/>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31"/>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3" name="Google Shape;22703;p31"/>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4" name="Google Shape;22704;p31"/>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5" name="Google Shape;22705;p31"/>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31"/>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31"/>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31"/>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31"/>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0" name="Google Shape;22710;p31"/>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1" name="Google Shape;22711;p31"/>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31"/>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31"/>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31"/>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31"/>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31"/>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31"/>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31"/>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9" name="Google Shape;22719;p31"/>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0" name="Google Shape;22720;p31"/>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31"/>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31"/>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3" name="Google Shape;22723;p31"/>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4" name="Google Shape;22724;p31"/>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31"/>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31"/>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31"/>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31"/>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31"/>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0" name="Google Shape;22730;p31"/>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1" name="Google Shape;22731;p31"/>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31"/>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31"/>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31"/>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31"/>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31"/>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31"/>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31"/>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31"/>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31"/>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1" name="Google Shape;22741;p31"/>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31"/>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31"/>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31"/>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31"/>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31"/>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31"/>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31"/>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31"/>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0" name="Google Shape;22750;p31"/>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1" name="Google Shape;22751;p31"/>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31"/>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31"/>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31"/>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31"/>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31"/>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7" name="Google Shape;22757;p31"/>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8" name="Google Shape;22758;p31"/>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31"/>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0" name="Google Shape;22760;p31"/>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31"/>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31"/>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3" name="Google Shape;22763;p31"/>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31"/>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31"/>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31"/>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31"/>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31"/>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31"/>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31"/>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31"/>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2" name="Google Shape;22772;p31"/>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3" name="Google Shape;22773;p31"/>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31"/>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31"/>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6" name="Google Shape;22776;p31"/>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7" name="Google Shape;22777;p31"/>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31"/>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31"/>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31"/>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31"/>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31"/>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31"/>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31"/>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31"/>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31"/>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31"/>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31"/>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31"/>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31"/>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1" name="Google Shape;22791;p31"/>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31"/>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31"/>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31"/>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31"/>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31"/>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31"/>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31"/>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31"/>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31"/>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31"/>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2" name="Google Shape;22802;p31"/>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3" name="Google Shape;22803;p31"/>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31"/>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31"/>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31"/>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31"/>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31"/>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9" name="Google Shape;22809;p31"/>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0" name="Google Shape;22810;p31"/>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1" name="Google Shape;22811;p31"/>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31"/>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31"/>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31"/>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31"/>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31"/>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7" name="Google Shape;22817;p31"/>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8" name="Google Shape;22818;p31"/>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31"/>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31"/>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31"/>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31"/>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31"/>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31"/>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31"/>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31"/>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31"/>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31"/>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31"/>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31"/>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31"/>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31"/>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31"/>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31"/>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5" name="Google Shape;22835;p31"/>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6" name="Google Shape;22836;p31"/>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31"/>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31"/>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31"/>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31"/>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31"/>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31"/>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31"/>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31"/>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31"/>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6" name="Google Shape;22846;p31"/>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7" name="Google Shape;22847;p31"/>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31"/>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31"/>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31"/>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31"/>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31"/>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31"/>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31"/>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31"/>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31"/>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31"/>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31"/>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9" name="Google Shape;22859;p31"/>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0" name="Google Shape;22860;p31"/>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31"/>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31"/>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31"/>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31"/>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31"/>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31"/>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31"/>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31"/>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9" name="Google Shape;22869;p31"/>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0" name="Google Shape;22870;p31"/>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1" name="Google Shape;22871;p31"/>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31"/>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31"/>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31"/>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31"/>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31"/>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31"/>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31"/>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31"/>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0" name="Google Shape;22880;p31"/>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1" name="Google Shape;22881;p31"/>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31"/>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31"/>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31"/>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31"/>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31"/>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31"/>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31"/>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31"/>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31"/>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31"/>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31"/>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3" name="Google Shape;22893;p31"/>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4" name="Google Shape;22894;p31"/>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5" name="Google Shape;22895;p31"/>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31"/>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31"/>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31"/>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31"/>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31"/>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31"/>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31"/>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31"/>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31"/>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31"/>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31"/>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31"/>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31"/>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31"/>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31"/>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31"/>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31"/>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3" name="Google Shape;22913;p31"/>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4" name="Google Shape;22914;p31"/>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31"/>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31"/>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31"/>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31"/>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31"/>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31"/>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31"/>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31"/>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31"/>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31"/>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31"/>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31"/>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31"/>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31"/>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31"/>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31"/>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31"/>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2" name="Google Shape;22932;p31"/>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3" name="Google Shape;22933;p31"/>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31"/>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5" name="Google Shape;22935;p31"/>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6" name="Google Shape;22936;p31"/>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31"/>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31"/>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31"/>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31"/>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31"/>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31"/>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31"/>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31"/>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5" name="Google Shape;22945;p31"/>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6" name="Google Shape;22946;p31"/>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31"/>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8" name="Google Shape;22948;p31"/>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31"/>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31"/>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31"/>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31"/>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31"/>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31"/>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31"/>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31"/>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31"/>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31"/>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31"/>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31"/>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31"/>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31"/>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31"/>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31"/>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31"/>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6" name="Google Shape;22966;p31"/>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7" name="Google Shape;22967;p31"/>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31"/>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31"/>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31"/>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31"/>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31"/>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31"/>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31"/>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31"/>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31"/>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31"/>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8" name="Google Shape;22978;p31"/>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31"/>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31"/>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31"/>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2" name="Google Shape;22982;p31"/>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3" name="Google Shape;22983;p31"/>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31"/>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31"/>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31"/>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31"/>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31"/>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31"/>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0" name="Google Shape;22990;p31"/>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1" name="Google Shape;22991;p31"/>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31"/>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31"/>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31"/>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31"/>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6" name="Google Shape;22996;p31"/>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7" name="Google Shape;22997;p31"/>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31"/>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31"/>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31"/>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1" name="Google Shape;23001;p31"/>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2" name="Google Shape;23002;p31"/>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3" name="Google Shape;23003;p31"/>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4" name="Google Shape;23004;p31"/>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31"/>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31"/>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31"/>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31"/>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31"/>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31"/>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31"/>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2" name="Google Shape;23012;p31"/>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3" name="Google Shape;23013;p31"/>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31"/>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31"/>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31"/>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7" name="Google Shape;23017;p31"/>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8" name="Google Shape;23018;p31"/>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31"/>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31"/>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31"/>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31"/>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31"/>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31"/>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31"/>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6" name="Google Shape;23026;p31"/>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7" name="Google Shape;23027;p31"/>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31"/>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31"/>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31"/>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31"/>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2" name="Google Shape;23032;p31"/>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3" name="Google Shape;23033;p31"/>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31"/>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31"/>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31"/>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7" name="Google Shape;23037;p31"/>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8" name="Google Shape;23038;p31"/>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31"/>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31"/>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31"/>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31"/>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31"/>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31"/>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31"/>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31"/>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31"/>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8" name="Google Shape;23048;p31"/>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9" name="Google Shape;23049;p31"/>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31"/>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31"/>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31"/>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31"/>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31"/>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31"/>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31"/>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31"/>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31"/>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9" name="Google Shape;23059;p31"/>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0" name="Google Shape;23060;p31"/>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31"/>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31"/>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31"/>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31"/>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31"/>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31"/>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31"/>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31"/>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31"/>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31"/>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31"/>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31"/>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31"/>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31"/>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31"/>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31"/>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31"/>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31"/>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9" name="Google Shape;23079;p31"/>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0" name="Google Shape;23080;p31"/>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31"/>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31"/>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31"/>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31"/>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31"/>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6" name="Google Shape;23086;p31"/>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7" name="Google Shape;23087;p31"/>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31"/>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31"/>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31"/>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31"/>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31"/>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31"/>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31"/>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31"/>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31"/>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31"/>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31"/>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31"/>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0" name="Google Shape;23100;p31"/>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1" name="Google Shape;23101;p31"/>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31"/>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31"/>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31"/>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31"/>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31"/>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31"/>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31"/>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9" name="Google Shape;23109;p31"/>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0" name="Google Shape;23110;p31"/>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31"/>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31"/>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31"/>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31"/>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31"/>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31"/>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31"/>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31"/>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9" name="Google Shape;23119;p31"/>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0" name="Google Shape;23120;p31"/>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31"/>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31"/>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31"/>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31"/>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31"/>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31"/>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31"/>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31"/>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31"/>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31"/>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31"/>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31"/>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31"/>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31"/>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31"/>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31"/>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31"/>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31"/>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31"/>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31"/>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1" name="Google Shape;23141;p31"/>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2" name="Google Shape;23142;p31"/>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31"/>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31"/>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31"/>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31"/>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31"/>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31"/>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9" name="Google Shape;23149;p31"/>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0" name="Google Shape;23150;p31"/>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31"/>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31"/>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31"/>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31"/>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31"/>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31"/>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31"/>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8" name="Google Shape;23158;p31"/>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9" name="Google Shape;23159;p31"/>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0" name="Google Shape;23160;p31"/>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1" name="Google Shape;23161;p31"/>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2" name="Google Shape;23162;p31"/>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31"/>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31"/>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31"/>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31"/>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31"/>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31"/>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31"/>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31"/>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1" name="Google Shape;23171;p31"/>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2" name="Google Shape;23172;p31"/>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31"/>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31"/>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31"/>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31"/>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31"/>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31"/>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31"/>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31"/>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31"/>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31"/>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3" name="Google Shape;23183;p31"/>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4" name="Google Shape;23184;p31"/>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31"/>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31"/>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31"/>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31"/>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31"/>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31"/>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31"/>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31"/>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31"/>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4" name="Google Shape;23194;p31"/>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31"/>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31"/>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31"/>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31"/>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31"/>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31"/>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31"/>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31"/>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3" name="Google Shape;23203;p31"/>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4" name="Google Shape;23204;p31"/>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31"/>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31"/>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31"/>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31"/>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9" name="Google Shape;23209;p31"/>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31"/>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31"/>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31"/>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31"/>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31"/>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31"/>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31"/>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7" name="Google Shape;23217;p31"/>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8" name="Google Shape;23218;p31"/>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31"/>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31"/>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31"/>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31"/>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31"/>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31"/>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31"/>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31"/>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31"/>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31"/>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31"/>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0" name="Google Shape;23230;p31"/>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31"/>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31"/>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31"/>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31"/>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31"/>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31"/>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7" name="Google Shape;23237;p31"/>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8" name="Google Shape;23238;p31"/>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31"/>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31"/>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31"/>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2" name="Google Shape;23242;p31"/>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3" name="Google Shape;23243;p31"/>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31"/>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31"/>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31"/>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31"/>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31"/>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31"/>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31"/>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1" name="Google Shape;23251;p31"/>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2" name="Google Shape;23252;p31"/>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31"/>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31"/>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31"/>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31"/>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31"/>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31"/>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31"/>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31"/>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31"/>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31"/>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31"/>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31"/>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31"/>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6" name="Google Shape;23266;p31"/>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31"/>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8" name="Google Shape;23268;p31"/>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9" name="Google Shape;23269;p31"/>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31"/>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31"/>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31"/>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31"/>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31"/>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31"/>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31"/>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31"/>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78" name="Google Shape;23278;p31"/>
          <p:cNvGrpSpPr/>
          <p:nvPr/>
        </p:nvGrpSpPr>
        <p:grpSpPr>
          <a:xfrm>
            <a:off x="235650" y="204150"/>
            <a:ext cx="8683925" cy="4735200"/>
            <a:chOff x="235650" y="204150"/>
            <a:chExt cx="8683925" cy="4735200"/>
          </a:xfrm>
        </p:grpSpPr>
        <p:sp>
          <p:nvSpPr>
            <p:cNvPr id="23279" name="Google Shape;23279;p31"/>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280" name="Google Shape;23280;p31"/>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23281" name="Google Shape;23281;p31"/>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31"/>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3" name="Google Shape;23283;p31"/>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84" name="Google Shape;23284;p31"/>
          <p:cNvSpPr txBox="1">
            <a:spLocks noGrp="1"/>
          </p:cNvSpPr>
          <p:nvPr>
            <p:ph type="title" hasCustomPrompt="1"/>
          </p:nvPr>
        </p:nvSpPr>
        <p:spPr>
          <a:xfrm>
            <a:off x="1177875" y="757413"/>
            <a:ext cx="4316700" cy="7101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000"/>
            </a:lvl1pPr>
            <a:lvl2pPr lvl="1" algn="ctr" rtl="0">
              <a:lnSpc>
                <a:spcPct val="115000"/>
              </a:lnSpc>
              <a:spcBef>
                <a:spcPts val="0"/>
              </a:spcBef>
              <a:spcAft>
                <a:spcPts val="0"/>
              </a:spcAft>
              <a:buClr>
                <a:schemeClr val="lt1"/>
              </a:buClr>
              <a:buSzPts val="6000"/>
              <a:buNone/>
              <a:defRPr sz="6000">
                <a:solidFill>
                  <a:schemeClr val="lt1"/>
                </a:solidFill>
              </a:defRPr>
            </a:lvl2pPr>
            <a:lvl3pPr lvl="2" algn="ctr" rtl="0">
              <a:lnSpc>
                <a:spcPct val="115000"/>
              </a:lnSpc>
              <a:spcBef>
                <a:spcPts val="0"/>
              </a:spcBef>
              <a:spcAft>
                <a:spcPts val="0"/>
              </a:spcAft>
              <a:buClr>
                <a:schemeClr val="lt1"/>
              </a:buClr>
              <a:buSzPts val="6000"/>
              <a:buNone/>
              <a:defRPr sz="6000">
                <a:solidFill>
                  <a:schemeClr val="lt1"/>
                </a:solidFill>
              </a:defRPr>
            </a:lvl3pPr>
            <a:lvl4pPr lvl="3" algn="ctr" rtl="0">
              <a:lnSpc>
                <a:spcPct val="115000"/>
              </a:lnSpc>
              <a:spcBef>
                <a:spcPts val="0"/>
              </a:spcBef>
              <a:spcAft>
                <a:spcPts val="0"/>
              </a:spcAft>
              <a:buClr>
                <a:schemeClr val="lt1"/>
              </a:buClr>
              <a:buSzPts val="6000"/>
              <a:buNone/>
              <a:defRPr sz="6000">
                <a:solidFill>
                  <a:schemeClr val="lt1"/>
                </a:solidFill>
              </a:defRPr>
            </a:lvl4pPr>
            <a:lvl5pPr lvl="4" algn="ctr" rtl="0">
              <a:lnSpc>
                <a:spcPct val="115000"/>
              </a:lnSpc>
              <a:spcBef>
                <a:spcPts val="0"/>
              </a:spcBef>
              <a:spcAft>
                <a:spcPts val="0"/>
              </a:spcAft>
              <a:buClr>
                <a:schemeClr val="lt1"/>
              </a:buClr>
              <a:buSzPts val="6000"/>
              <a:buNone/>
              <a:defRPr sz="6000">
                <a:solidFill>
                  <a:schemeClr val="lt1"/>
                </a:solidFill>
              </a:defRPr>
            </a:lvl5pPr>
            <a:lvl6pPr lvl="5" algn="ctr" rtl="0">
              <a:lnSpc>
                <a:spcPct val="115000"/>
              </a:lnSpc>
              <a:spcBef>
                <a:spcPts val="0"/>
              </a:spcBef>
              <a:spcAft>
                <a:spcPts val="0"/>
              </a:spcAft>
              <a:buClr>
                <a:schemeClr val="lt1"/>
              </a:buClr>
              <a:buSzPts val="6000"/>
              <a:buNone/>
              <a:defRPr sz="6000">
                <a:solidFill>
                  <a:schemeClr val="lt1"/>
                </a:solidFill>
              </a:defRPr>
            </a:lvl6pPr>
            <a:lvl7pPr lvl="6" algn="ctr" rtl="0">
              <a:lnSpc>
                <a:spcPct val="115000"/>
              </a:lnSpc>
              <a:spcBef>
                <a:spcPts val="0"/>
              </a:spcBef>
              <a:spcAft>
                <a:spcPts val="0"/>
              </a:spcAft>
              <a:buClr>
                <a:schemeClr val="lt1"/>
              </a:buClr>
              <a:buSzPts val="6000"/>
              <a:buNone/>
              <a:defRPr sz="6000">
                <a:solidFill>
                  <a:schemeClr val="lt1"/>
                </a:solidFill>
              </a:defRPr>
            </a:lvl7pPr>
            <a:lvl8pPr lvl="7" algn="ctr" rtl="0">
              <a:lnSpc>
                <a:spcPct val="115000"/>
              </a:lnSpc>
              <a:spcBef>
                <a:spcPts val="0"/>
              </a:spcBef>
              <a:spcAft>
                <a:spcPts val="0"/>
              </a:spcAft>
              <a:buClr>
                <a:schemeClr val="lt1"/>
              </a:buClr>
              <a:buSzPts val="6000"/>
              <a:buNone/>
              <a:defRPr sz="6000">
                <a:solidFill>
                  <a:schemeClr val="lt1"/>
                </a:solidFill>
              </a:defRPr>
            </a:lvl8pPr>
            <a:lvl9pPr lvl="8" algn="ctr" rtl="0">
              <a:lnSpc>
                <a:spcPct val="115000"/>
              </a:lnSpc>
              <a:spcBef>
                <a:spcPts val="0"/>
              </a:spcBef>
              <a:spcAft>
                <a:spcPts val="0"/>
              </a:spcAft>
              <a:buClr>
                <a:schemeClr val="lt1"/>
              </a:buClr>
              <a:buSzPts val="6000"/>
              <a:buNone/>
              <a:defRPr sz="6000">
                <a:solidFill>
                  <a:schemeClr val="lt1"/>
                </a:solidFill>
              </a:defRPr>
            </a:lvl9pPr>
          </a:lstStyle>
          <a:p>
            <a:r>
              <a:t>xx%</a:t>
            </a:r>
          </a:p>
        </p:txBody>
      </p:sp>
      <p:sp>
        <p:nvSpPr>
          <p:cNvPr id="23285" name="Google Shape;23285;p31"/>
          <p:cNvSpPr txBox="1">
            <a:spLocks noGrp="1"/>
          </p:cNvSpPr>
          <p:nvPr>
            <p:ph type="subTitle" idx="1"/>
          </p:nvPr>
        </p:nvSpPr>
        <p:spPr>
          <a:xfrm>
            <a:off x="1177875" y="1356808"/>
            <a:ext cx="4316700" cy="4821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400"/>
              <a:buFont typeface="PT Sans"/>
              <a:buNone/>
              <a:defRPr sz="1700">
                <a:solidFill>
                  <a:schemeClr val="dk1"/>
                </a:solidFill>
              </a:defRPr>
            </a:lvl1pPr>
            <a:lvl2pPr lvl="1" algn="ctr" rtl="0">
              <a:lnSpc>
                <a:spcPct val="115000"/>
              </a:lnSpc>
              <a:spcBef>
                <a:spcPts val="0"/>
              </a:spcBef>
              <a:spcAft>
                <a:spcPts val="0"/>
              </a:spcAft>
              <a:buClr>
                <a:schemeClr val="dk1"/>
              </a:buClr>
              <a:buSzPts val="2100"/>
              <a:buNone/>
              <a:defRPr sz="2100">
                <a:solidFill>
                  <a:schemeClr val="dk1"/>
                </a:solidFill>
              </a:defRPr>
            </a:lvl2pPr>
            <a:lvl3pPr lvl="2" algn="ctr" rtl="0">
              <a:lnSpc>
                <a:spcPct val="115000"/>
              </a:lnSpc>
              <a:spcBef>
                <a:spcPts val="0"/>
              </a:spcBef>
              <a:spcAft>
                <a:spcPts val="0"/>
              </a:spcAft>
              <a:buClr>
                <a:schemeClr val="dk1"/>
              </a:buClr>
              <a:buSzPts val="2100"/>
              <a:buNone/>
              <a:defRPr sz="2100">
                <a:solidFill>
                  <a:schemeClr val="dk1"/>
                </a:solidFill>
              </a:defRPr>
            </a:lvl3pPr>
            <a:lvl4pPr lvl="3"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23286" name="Google Shape;23286;p31"/>
          <p:cNvSpPr txBox="1">
            <a:spLocks noGrp="1"/>
          </p:cNvSpPr>
          <p:nvPr>
            <p:ph type="title" idx="2" hasCustomPrompt="1"/>
          </p:nvPr>
        </p:nvSpPr>
        <p:spPr>
          <a:xfrm>
            <a:off x="1177875" y="2055114"/>
            <a:ext cx="4316700" cy="7101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000"/>
            </a:lvl1pPr>
            <a:lvl2pPr lvl="1" algn="ctr" rtl="0">
              <a:lnSpc>
                <a:spcPct val="115000"/>
              </a:lnSpc>
              <a:spcBef>
                <a:spcPts val="0"/>
              </a:spcBef>
              <a:spcAft>
                <a:spcPts val="0"/>
              </a:spcAft>
              <a:buClr>
                <a:schemeClr val="lt1"/>
              </a:buClr>
              <a:buSzPts val="6000"/>
              <a:buNone/>
              <a:defRPr sz="6000">
                <a:solidFill>
                  <a:schemeClr val="lt1"/>
                </a:solidFill>
              </a:defRPr>
            </a:lvl2pPr>
            <a:lvl3pPr lvl="2" algn="ctr" rtl="0">
              <a:lnSpc>
                <a:spcPct val="115000"/>
              </a:lnSpc>
              <a:spcBef>
                <a:spcPts val="0"/>
              </a:spcBef>
              <a:spcAft>
                <a:spcPts val="0"/>
              </a:spcAft>
              <a:buClr>
                <a:schemeClr val="lt1"/>
              </a:buClr>
              <a:buSzPts val="6000"/>
              <a:buNone/>
              <a:defRPr sz="6000">
                <a:solidFill>
                  <a:schemeClr val="lt1"/>
                </a:solidFill>
              </a:defRPr>
            </a:lvl3pPr>
            <a:lvl4pPr lvl="3" algn="ctr" rtl="0">
              <a:lnSpc>
                <a:spcPct val="115000"/>
              </a:lnSpc>
              <a:spcBef>
                <a:spcPts val="0"/>
              </a:spcBef>
              <a:spcAft>
                <a:spcPts val="0"/>
              </a:spcAft>
              <a:buClr>
                <a:schemeClr val="lt1"/>
              </a:buClr>
              <a:buSzPts val="6000"/>
              <a:buNone/>
              <a:defRPr sz="6000">
                <a:solidFill>
                  <a:schemeClr val="lt1"/>
                </a:solidFill>
              </a:defRPr>
            </a:lvl4pPr>
            <a:lvl5pPr lvl="4" algn="ctr" rtl="0">
              <a:lnSpc>
                <a:spcPct val="115000"/>
              </a:lnSpc>
              <a:spcBef>
                <a:spcPts val="0"/>
              </a:spcBef>
              <a:spcAft>
                <a:spcPts val="0"/>
              </a:spcAft>
              <a:buClr>
                <a:schemeClr val="lt1"/>
              </a:buClr>
              <a:buSzPts val="6000"/>
              <a:buNone/>
              <a:defRPr sz="6000">
                <a:solidFill>
                  <a:schemeClr val="lt1"/>
                </a:solidFill>
              </a:defRPr>
            </a:lvl5pPr>
            <a:lvl6pPr lvl="5" algn="ctr" rtl="0">
              <a:lnSpc>
                <a:spcPct val="115000"/>
              </a:lnSpc>
              <a:spcBef>
                <a:spcPts val="0"/>
              </a:spcBef>
              <a:spcAft>
                <a:spcPts val="0"/>
              </a:spcAft>
              <a:buClr>
                <a:schemeClr val="lt1"/>
              </a:buClr>
              <a:buSzPts val="6000"/>
              <a:buNone/>
              <a:defRPr sz="6000">
                <a:solidFill>
                  <a:schemeClr val="lt1"/>
                </a:solidFill>
              </a:defRPr>
            </a:lvl6pPr>
            <a:lvl7pPr lvl="6" algn="ctr" rtl="0">
              <a:lnSpc>
                <a:spcPct val="115000"/>
              </a:lnSpc>
              <a:spcBef>
                <a:spcPts val="0"/>
              </a:spcBef>
              <a:spcAft>
                <a:spcPts val="0"/>
              </a:spcAft>
              <a:buClr>
                <a:schemeClr val="lt1"/>
              </a:buClr>
              <a:buSzPts val="6000"/>
              <a:buNone/>
              <a:defRPr sz="6000">
                <a:solidFill>
                  <a:schemeClr val="lt1"/>
                </a:solidFill>
              </a:defRPr>
            </a:lvl7pPr>
            <a:lvl8pPr lvl="7" algn="ctr" rtl="0">
              <a:lnSpc>
                <a:spcPct val="115000"/>
              </a:lnSpc>
              <a:spcBef>
                <a:spcPts val="0"/>
              </a:spcBef>
              <a:spcAft>
                <a:spcPts val="0"/>
              </a:spcAft>
              <a:buClr>
                <a:schemeClr val="lt1"/>
              </a:buClr>
              <a:buSzPts val="6000"/>
              <a:buNone/>
              <a:defRPr sz="6000">
                <a:solidFill>
                  <a:schemeClr val="lt1"/>
                </a:solidFill>
              </a:defRPr>
            </a:lvl8pPr>
            <a:lvl9pPr lvl="8" algn="ctr" rtl="0">
              <a:lnSpc>
                <a:spcPct val="115000"/>
              </a:lnSpc>
              <a:spcBef>
                <a:spcPts val="0"/>
              </a:spcBef>
              <a:spcAft>
                <a:spcPts val="0"/>
              </a:spcAft>
              <a:buClr>
                <a:schemeClr val="lt1"/>
              </a:buClr>
              <a:buSzPts val="6000"/>
              <a:buNone/>
              <a:defRPr sz="6000">
                <a:solidFill>
                  <a:schemeClr val="lt1"/>
                </a:solidFill>
              </a:defRPr>
            </a:lvl9pPr>
          </a:lstStyle>
          <a:p>
            <a:r>
              <a:t>xx%</a:t>
            </a:r>
          </a:p>
        </p:txBody>
      </p:sp>
      <p:sp>
        <p:nvSpPr>
          <p:cNvPr id="23287" name="Google Shape;23287;p31"/>
          <p:cNvSpPr txBox="1">
            <a:spLocks noGrp="1"/>
          </p:cNvSpPr>
          <p:nvPr>
            <p:ph type="subTitle" idx="3"/>
          </p:nvPr>
        </p:nvSpPr>
        <p:spPr>
          <a:xfrm>
            <a:off x="1177875" y="2656698"/>
            <a:ext cx="4316700" cy="4821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400"/>
              <a:buFont typeface="PT Sans"/>
              <a:buNone/>
              <a:defRPr sz="1700">
                <a:solidFill>
                  <a:schemeClr val="dk1"/>
                </a:solidFill>
              </a:defRPr>
            </a:lvl1pPr>
            <a:lvl2pPr lvl="1" algn="ctr" rtl="0">
              <a:lnSpc>
                <a:spcPct val="115000"/>
              </a:lnSpc>
              <a:spcBef>
                <a:spcPts val="0"/>
              </a:spcBef>
              <a:spcAft>
                <a:spcPts val="0"/>
              </a:spcAft>
              <a:buClr>
                <a:schemeClr val="dk1"/>
              </a:buClr>
              <a:buSzPts val="2100"/>
              <a:buNone/>
              <a:defRPr sz="2100">
                <a:solidFill>
                  <a:schemeClr val="dk1"/>
                </a:solidFill>
              </a:defRPr>
            </a:lvl2pPr>
            <a:lvl3pPr lvl="2" algn="ctr" rtl="0">
              <a:lnSpc>
                <a:spcPct val="115000"/>
              </a:lnSpc>
              <a:spcBef>
                <a:spcPts val="0"/>
              </a:spcBef>
              <a:spcAft>
                <a:spcPts val="0"/>
              </a:spcAft>
              <a:buClr>
                <a:schemeClr val="dk1"/>
              </a:buClr>
              <a:buSzPts val="2100"/>
              <a:buNone/>
              <a:defRPr sz="2100">
                <a:solidFill>
                  <a:schemeClr val="dk1"/>
                </a:solidFill>
              </a:defRPr>
            </a:lvl3pPr>
            <a:lvl4pPr lvl="3"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23288" name="Google Shape;23288;p31"/>
          <p:cNvSpPr txBox="1">
            <a:spLocks noGrp="1"/>
          </p:cNvSpPr>
          <p:nvPr>
            <p:ph type="title" idx="4" hasCustomPrompt="1"/>
          </p:nvPr>
        </p:nvSpPr>
        <p:spPr>
          <a:xfrm>
            <a:off x="1177875" y="3352788"/>
            <a:ext cx="4316700" cy="7101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000"/>
            </a:lvl1pPr>
            <a:lvl2pPr lvl="1" algn="ctr" rtl="0">
              <a:lnSpc>
                <a:spcPct val="115000"/>
              </a:lnSpc>
              <a:spcBef>
                <a:spcPts val="0"/>
              </a:spcBef>
              <a:spcAft>
                <a:spcPts val="0"/>
              </a:spcAft>
              <a:buClr>
                <a:schemeClr val="lt1"/>
              </a:buClr>
              <a:buSzPts val="6000"/>
              <a:buNone/>
              <a:defRPr sz="6000">
                <a:solidFill>
                  <a:schemeClr val="lt1"/>
                </a:solidFill>
              </a:defRPr>
            </a:lvl2pPr>
            <a:lvl3pPr lvl="2" algn="ctr" rtl="0">
              <a:lnSpc>
                <a:spcPct val="115000"/>
              </a:lnSpc>
              <a:spcBef>
                <a:spcPts val="0"/>
              </a:spcBef>
              <a:spcAft>
                <a:spcPts val="0"/>
              </a:spcAft>
              <a:buClr>
                <a:schemeClr val="lt1"/>
              </a:buClr>
              <a:buSzPts val="6000"/>
              <a:buNone/>
              <a:defRPr sz="6000">
                <a:solidFill>
                  <a:schemeClr val="lt1"/>
                </a:solidFill>
              </a:defRPr>
            </a:lvl3pPr>
            <a:lvl4pPr lvl="3" algn="ctr" rtl="0">
              <a:lnSpc>
                <a:spcPct val="115000"/>
              </a:lnSpc>
              <a:spcBef>
                <a:spcPts val="0"/>
              </a:spcBef>
              <a:spcAft>
                <a:spcPts val="0"/>
              </a:spcAft>
              <a:buClr>
                <a:schemeClr val="lt1"/>
              </a:buClr>
              <a:buSzPts val="6000"/>
              <a:buNone/>
              <a:defRPr sz="6000">
                <a:solidFill>
                  <a:schemeClr val="lt1"/>
                </a:solidFill>
              </a:defRPr>
            </a:lvl4pPr>
            <a:lvl5pPr lvl="4" algn="ctr" rtl="0">
              <a:lnSpc>
                <a:spcPct val="115000"/>
              </a:lnSpc>
              <a:spcBef>
                <a:spcPts val="0"/>
              </a:spcBef>
              <a:spcAft>
                <a:spcPts val="0"/>
              </a:spcAft>
              <a:buClr>
                <a:schemeClr val="lt1"/>
              </a:buClr>
              <a:buSzPts val="6000"/>
              <a:buNone/>
              <a:defRPr sz="6000">
                <a:solidFill>
                  <a:schemeClr val="lt1"/>
                </a:solidFill>
              </a:defRPr>
            </a:lvl5pPr>
            <a:lvl6pPr lvl="5" algn="ctr" rtl="0">
              <a:lnSpc>
                <a:spcPct val="115000"/>
              </a:lnSpc>
              <a:spcBef>
                <a:spcPts val="0"/>
              </a:spcBef>
              <a:spcAft>
                <a:spcPts val="0"/>
              </a:spcAft>
              <a:buClr>
                <a:schemeClr val="lt1"/>
              </a:buClr>
              <a:buSzPts val="6000"/>
              <a:buNone/>
              <a:defRPr sz="6000">
                <a:solidFill>
                  <a:schemeClr val="lt1"/>
                </a:solidFill>
              </a:defRPr>
            </a:lvl6pPr>
            <a:lvl7pPr lvl="6" algn="ctr" rtl="0">
              <a:lnSpc>
                <a:spcPct val="115000"/>
              </a:lnSpc>
              <a:spcBef>
                <a:spcPts val="0"/>
              </a:spcBef>
              <a:spcAft>
                <a:spcPts val="0"/>
              </a:spcAft>
              <a:buClr>
                <a:schemeClr val="lt1"/>
              </a:buClr>
              <a:buSzPts val="6000"/>
              <a:buNone/>
              <a:defRPr sz="6000">
                <a:solidFill>
                  <a:schemeClr val="lt1"/>
                </a:solidFill>
              </a:defRPr>
            </a:lvl7pPr>
            <a:lvl8pPr lvl="7" algn="ctr" rtl="0">
              <a:lnSpc>
                <a:spcPct val="115000"/>
              </a:lnSpc>
              <a:spcBef>
                <a:spcPts val="0"/>
              </a:spcBef>
              <a:spcAft>
                <a:spcPts val="0"/>
              </a:spcAft>
              <a:buClr>
                <a:schemeClr val="lt1"/>
              </a:buClr>
              <a:buSzPts val="6000"/>
              <a:buNone/>
              <a:defRPr sz="6000">
                <a:solidFill>
                  <a:schemeClr val="lt1"/>
                </a:solidFill>
              </a:defRPr>
            </a:lvl8pPr>
            <a:lvl9pPr lvl="8" algn="ctr" rtl="0">
              <a:lnSpc>
                <a:spcPct val="115000"/>
              </a:lnSpc>
              <a:spcBef>
                <a:spcPts val="0"/>
              </a:spcBef>
              <a:spcAft>
                <a:spcPts val="0"/>
              </a:spcAft>
              <a:buClr>
                <a:schemeClr val="lt1"/>
              </a:buClr>
              <a:buSzPts val="6000"/>
              <a:buNone/>
              <a:defRPr sz="6000">
                <a:solidFill>
                  <a:schemeClr val="lt1"/>
                </a:solidFill>
              </a:defRPr>
            </a:lvl9pPr>
          </a:lstStyle>
          <a:p>
            <a:r>
              <a:t>xx%</a:t>
            </a:r>
          </a:p>
        </p:txBody>
      </p:sp>
      <p:sp>
        <p:nvSpPr>
          <p:cNvPr id="23289" name="Google Shape;23289;p31"/>
          <p:cNvSpPr txBox="1">
            <a:spLocks noGrp="1"/>
          </p:cNvSpPr>
          <p:nvPr>
            <p:ph type="subTitle" idx="5"/>
          </p:nvPr>
        </p:nvSpPr>
        <p:spPr>
          <a:xfrm>
            <a:off x="1177875" y="3956588"/>
            <a:ext cx="4316700" cy="4821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400"/>
              <a:buFont typeface="PT Sans"/>
              <a:buNone/>
              <a:defRPr sz="1700">
                <a:solidFill>
                  <a:schemeClr val="dk1"/>
                </a:solidFill>
              </a:defRPr>
            </a:lvl1pPr>
            <a:lvl2pPr lvl="1" algn="ctr" rtl="0">
              <a:lnSpc>
                <a:spcPct val="115000"/>
              </a:lnSpc>
              <a:spcBef>
                <a:spcPts val="0"/>
              </a:spcBef>
              <a:spcAft>
                <a:spcPts val="0"/>
              </a:spcAft>
              <a:buClr>
                <a:schemeClr val="dk1"/>
              </a:buClr>
              <a:buSzPts val="2100"/>
              <a:buNone/>
              <a:defRPr sz="2100">
                <a:solidFill>
                  <a:schemeClr val="dk1"/>
                </a:solidFill>
              </a:defRPr>
            </a:lvl2pPr>
            <a:lvl3pPr lvl="2" algn="ctr" rtl="0">
              <a:lnSpc>
                <a:spcPct val="115000"/>
              </a:lnSpc>
              <a:spcBef>
                <a:spcPts val="0"/>
              </a:spcBef>
              <a:spcAft>
                <a:spcPts val="0"/>
              </a:spcAft>
              <a:buClr>
                <a:schemeClr val="dk1"/>
              </a:buClr>
              <a:buSzPts val="2100"/>
              <a:buNone/>
              <a:defRPr sz="2100">
                <a:solidFill>
                  <a:schemeClr val="dk1"/>
                </a:solidFill>
              </a:defRPr>
            </a:lvl3pPr>
            <a:lvl4pPr lvl="3"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15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23290"/>
        <p:cNvGrpSpPr/>
        <p:nvPr/>
      </p:nvGrpSpPr>
      <p:grpSpPr>
        <a:xfrm>
          <a:off x="0" y="0"/>
          <a:ext cx="0" cy="0"/>
          <a:chOff x="0" y="0"/>
          <a:chExt cx="0" cy="0"/>
        </a:xfrm>
      </p:grpSpPr>
      <p:grpSp>
        <p:nvGrpSpPr>
          <p:cNvPr id="23291" name="Google Shape;23291;p32"/>
          <p:cNvGrpSpPr/>
          <p:nvPr/>
        </p:nvGrpSpPr>
        <p:grpSpPr>
          <a:xfrm>
            <a:off x="38150" y="35427"/>
            <a:ext cx="9067465" cy="5072518"/>
            <a:chOff x="0" y="-63776"/>
            <a:chExt cx="9309513" cy="5207389"/>
          </a:xfrm>
        </p:grpSpPr>
        <p:sp>
          <p:nvSpPr>
            <p:cNvPr id="23292" name="Google Shape;23292;p32"/>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32"/>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32"/>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32"/>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32"/>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32"/>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32"/>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32"/>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32"/>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32"/>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2" name="Google Shape;23302;p32"/>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32"/>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32"/>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32"/>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6" name="Google Shape;23306;p32"/>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7" name="Google Shape;23307;p32"/>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32"/>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32"/>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32"/>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32"/>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32"/>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32"/>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4" name="Google Shape;23314;p32"/>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5" name="Google Shape;23315;p32"/>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32"/>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32"/>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32"/>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32"/>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0" name="Google Shape;23320;p32"/>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1" name="Google Shape;23321;p32"/>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32"/>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32"/>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32"/>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5" name="Google Shape;23325;p32"/>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6" name="Google Shape;23326;p32"/>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32"/>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32"/>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9" name="Google Shape;23329;p32"/>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0" name="Google Shape;23330;p32"/>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32"/>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32"/>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32"/>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32"/>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5" name="Google Shape;23335;p32"/>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32"/>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32"/>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32"/>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32"/>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32"/>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32"/>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32"/>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32"/>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32"/>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32"/>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32"/>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32"/>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32"/>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9" name="Google Shape;23349;p32"/>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32"/>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32"/>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32"/>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32"/>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32"/>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5" name="Google Shape;23355;p32"/>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32"/>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32"/>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8" name="Google Shape;23358;p32"/>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9" name="Google Shape;23359;p32"/>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32"/>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32"/>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32"/>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32"/>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32"/>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32"/>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32"/>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32"/>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8" name="Google Shape;23368;p32"/>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32"/>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32"/>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32"/>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32"/>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3" name="Google Shape;23373;p32"/>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4" name="Google Shape;23374;p32"/>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32"/>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32"/>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32"/>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8" name="Google Shape;23378;p32"/>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32"/>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32"/>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32"/>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32"/>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32"/>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32"/>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32"/>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32"/>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32"/>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32"/>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32"/>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32"/>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32"/>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32"/>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32"/>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4" name="Google Shape;23394;p32"/>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5" name="Google Shape;23395;p32"/>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32"/>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32"/>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32"/>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32"/>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32"/>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32"/>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32"/>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32"/>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4" name="Google Shape;23404;p32"/>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5" name="Google Shape;23405;p32"/>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32"/>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32"/>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32"/>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32"/>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32"/>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32"/>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32"/>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3" name="Google Shape;23413;p32"/>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4" name="Google Shape;23414;p32"/>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32"/>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32"/>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32"/>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32"/>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32"/>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32"/>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32"/>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32"/>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32"/>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32"/>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32"/>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32"/>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7" name="Google Shape;23427;p32"/>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8" name="Google Shape;23428;p32"/>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9" name="Google Shape;23429;p32"/>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0" name="Google Shape;23430;p32"/>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1" name="Google Shape;23431;p32"/>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2" name="Google Shape;23432;p32"/>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3" name="Google Shape;23433;p32"/>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32"/>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32"/>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6" name="Google Shape;23436;p32"/>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7" name="Google Shape;23437;p32"/>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32"/>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32"/>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32"/>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32"/>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32"/>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32"/>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32"/>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32"/>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32"/>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7" name="Google Shape;23447;p32"/>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8" name="Google Shape;23448;p32"/>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32"/>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32"/>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32"/>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2" name="Google Shape;23452;p32"/>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3" name="Google Shape;23453;p32"/>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32"/>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32"/>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32"/>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32"/>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32"/>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32"/>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32"/>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32"/>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32"/>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32"/>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32"/>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32"/>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32"/>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32"/>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32"/>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32"/>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32"/>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32"/>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32"/>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32"/>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32"/>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32"/>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32"/>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32"/>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32"/>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32"/>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32"/>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32"/>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32"/>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32"/>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32"/>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5" name="Google Shape;23485;p32"/>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6" name="Google Shape;23486;p32"/>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32"/>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32"/>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9" name="Google Shape;23489;p32"/>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0" name="Google Shape;23490;p32"/>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32"/>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32"/>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32"/>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32"/>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32"/>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32"/>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32"/>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32"/>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32"/>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0" name="Google Shape;23500;p32"/>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1" name="Google Shape;23501;p32"/>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32"/>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32"/>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32"/>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32"/>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6" name="Google Shape;23506;p32"/>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32"/>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8" name="Google Shape;23508;p32"/>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9" name="Google Shape;23509;p32"/>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32"/>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32"/>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32"/>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32"/>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32"/>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32"/>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32"/>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32"/>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8" name="Google Shape;23518;p32"/>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32"/>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32"/>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32"/>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32"/>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32"/>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32"/>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32"/>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32"/>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32"/>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32"/>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32"/>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32"/>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32"/>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2" name="Google Shape;23532;p32"/>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32"/>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32"/>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5" name="Google Shape;23535;p32"/>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6" name="Google Shape;23536;p32"/>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32"/>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32"/>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32"/>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32"/>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32"/>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32"/>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32"/>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4" name="Google Shape;23544;p32"/>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5" name="Google Shape;23545;p32"/>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32"/>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32"/>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32"/>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32"/>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32"/>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1" name="Google Shape;23551;p32"/>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2" name="Google Shape;23552;p32"/>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32"/>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32"/>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32"/>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32"/>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7" name="Google Shape;23557;p32"/>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32"/>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32"/>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32"/>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32"/>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32"/>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32"/>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32"/>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32"/>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32"/>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32"/>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8" name="Google Shape;23568;p32"/>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9" name="Google Shape;23569;p32"/>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32"/>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32"/>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32"/>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32"/>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32"/>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32"/>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32"/>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32"/>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32"/>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9" name="Google Shape;23579;p32"/>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0" name="Google Shape;23580;p32"/>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32"/>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32"/>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32"/>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32"/>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32"/>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6" name="Google Shape;23586;p32"/>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7" name="Google Shape;23587;p32"/>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32"/>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32"/>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32"/>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32"/>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32"/>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32"/>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32"/>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32"/>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32"/>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32"/>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32"/>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32"/>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0" name="Google Shape;23600;p32"/>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1" name="Google Shape;23601;p32"/>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32"/>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32"/>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32"/>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32"/>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32"/>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32"/>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32"/>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9" name="Google Shape;23609;p32"/>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0" name="Google Shape;23610;p32"/>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32"/>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32"/>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32"/>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32"/>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5" name="Google Shape;23615;p32"/>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6" name="Google Shape;23616;p32"/>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32"/>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32"/>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32"/>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32"/>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32"/>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32"/>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32"/>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32"/>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32"/>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9" name="Google Shape;23769;p32"/>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0" name="Google Shape;23770;p32"/>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32"/>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32"/>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32"/>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9" name="Google Shape;24029;p32"/>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11" name="Google Shape;24111;p32"/>
          <p:cNvGrpSpPr/>
          <p:nvPr/>
        </p:nvGrpSpPr>
        <p:grpSpPr>
          <a:xfrm>
            <a:off x="235650" y="204150"/>
            <a:ext cx="8683925" cy="4735200"/>
            <a:chOff x="235650" y="204150"/>
            <a:chExt cx="8683925" cy="4735200"/>
          </a:xfrm>
        </p:grpSpPr>
        <p:sp>
          <p:nvSpPr>
            <p:cNvPr id="24112" name="Google Shape;24112;p32"/>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113" name="Google Shape;24113;p32"/>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24114" name="Google Shape;24114;p32"/>
            <p:cNvSpPr/>
            <p:nvPr/>
          </p:nvSpPr>
          <p:spPr>
            <a:xfrm>
              <a:off x="378425"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83075"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987725"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17" name="Google Shape;24117;p32"/>
          <p:cNvSpPr txBox="1">
            <a:spLocks noGrp="1"/>
          </p:cNvSpPr>
          <p:nvPr>
            <p:ph type="title" hasCustomPrompt="1"/>
          </p:nvPr>
        </p:nvSpPr>
        <p:spPr>
          <a:xfrm>
            <a:off x="2226886" y="1737650"/>
            <a:ext cx="1137600" cy="499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a:lvl1pPr>
            <a:lvl2pPr lvl="1" algn="ctr" rtl="0">
              <a:lnSpc>
                <a:spcPct val="115000"/>
              </a:lnSpc>
              <a:spcBef>
                <a:spcPts val="0"/>
              </a:spcBef>
              <a:spcAft>
                <a:spcPts val="0"/>
              </a:spcAft>
              <a:buClr>
                <a:schemeClr val="lt1"/>
              </a:buClr>
              <a:buSzPts val="6000"/>
              <a:buNone/>
              <a:defRPr sz="6000">
                <a:solidFill>
                  <a:schemeClr val="lt1"/>
                </a:solidFill>
              </a:defRPr>
            </a:lvl2pPr>
            <a:lvl3pPr lvl="2" algn="ctr" rtl="0">
              <a:lnSpc>
                <a:spcPct val="115000"/>
              </a:lnSpc>
              <a:spcBef>
                <a:spcPts val="0"/>
              </a:spcBef>
              <a:spcAft>
                <a:spcPts val="0"/>
              </a:spcAft>
              <a:buClr>
                <a:schemeClr val="lt1"/>
              </a:buClr>
              <a:buSzPts val="6000"/>
              <a:buNone/>
              <a:defRPr sz="6000">
                <a:solidFill>
                  <a:schemeClr val="lt1"/>
                </a:solidFill>
              </a:defRPr>
            </a:lvl3pPr>
            <a:lvl4pPr lvl="3" algn="ctr" rtl="0">
              <a:lnSpc>
                <a:spcPct val="115000"/>
              </a:lnSpc>
              <a:spcBef>
                <a:spcPts val="0"/>
              </a:spcBef>
              <a:spcAft>
                <a:spcPts val="0"/>
              </a:spcAft>
              <a:buClr>
                <a:schemeClr val="lt1"/>
              </a:buClr>
              <a:buSzPts val="6000"/>
              <a:buNone/>
              <a:defRPr sz="6000">
                <a:solidFill>
                  <a:schemeClr val="lt1"/>
                </a:solidFill>
              </a:defRPr>
            </a:lvl4pPr>
            <a:lvl5pPr lvl="4" algn="ctr" rtl="0">
              <a:lnSpc>
                <a:spcPct val="115000"/>
              </a:lnSpc>
              <a:spcBef>
                <a:spcPts val="0"/>
              </a:spcBef>
              <a:spcAft>
                <a:spcPts val="0"/>
              </a:spcAft>
              <a:buClr>
                <a:schemeClr val="lt1"/>
              </a:buClr>
              <a:buSzPts val="6000"/>
              <a:buNone/>
              <a:defRPr sz="6000">
                <a:solidFill>
                  <a:schemeClr val="lt1"/>
                </a:solidFill>
              </a:defRPr>
            </a:lvl5pPr>
            <a:lvl6pPr lvl="5" algn="ctr" rtl="0">
              <a:lnSpc>
                <a:spcPct val="115000"/>
              </a:lnSpc>
              <a:spcBef>
                <a:spcPts val="0"/>
              </a:spcBef>
              <a:spcAft>
                <a:spcPts val="0"/>
              </a:spcAft>
              <a:buClr>
                <a:schemeClr val="lt1"/>
              </a:buClr>
              <a:buSzPts val="6000"/>
              <a:buNone/>
              <a:defRPr sz="6000">
                <a:solidFill>
                  <a:schemeClr val="lt1"/>
                </a:solidFill>
              </a:defRPr>
            </a:lvl6pPr>
            <a:lvl7pPr lvl="6" algn="ctr" rtl="0">
              <a:lnSpc>
                <a:spcPct val="115000"/>
              </a:lnSpc>
              <a:spcBef>
                <a:spcPts val="0"/>
              </a:spcBef>
              <a:spcAft>
                <a:spcPts val="0"/>
              </a:spcAft>
              <a:buClr>
                <a:schemeClr val="lt1"/>
              </a:buClr>
              <a:buSzPts val="6000"/>
              <a:buNone/>
              <a:defRPr sz="6000">
                <a:solidFill>
                  <a:schemeClr val="lt1"/>
                </a:solidFill>
              </a:defRPr>
            </a:lvl7pPr>
            <a:lvl8pPr lvl="7" algn="ctr" rtl="0">
              <a:lnSpc>
                <a:spcPct val="115000"/>
              </a:lnSpc>
              <a:spcBef>
                <a:spcPts val="0"/>
              </a:spcBef>
              <a:spcAft>
                <a:spcPts val="0"/>
              </a:spcAft>
              <a:buClr>
                <a:schemeClr val="lt1"/>
              </a:buClr>
              <a:buSzPts val="6000"/>
              <a:buNone/>
              <a:defRPr sz="6000">
                <a:solidFill>
                  <a:schemeClr val="lt1"/>
                </a:solidFill>
              </a:defRPr>
            </a:lvl8pPr>
            <a:lvl9pPr lvl="8" algn="ctr" rtl="0">
              <a:lnSpc>
                <a:spcPct val="115000"/>
              </a:lnSpc>
              <a:spcBef>
                <a:spcPts val="0"/>
              </a:spcBef>
              <a:spcAft>
                <a:spcPts val="0"/>
              </a:spcAft>
              <a:buClr>
                <a:schemeClr val="lt1"/>
              </a:buClr>
              <a:buSzPts val="6000"/>
              <a:buNone/>
              <a:defRPr sz="6000">
                <a:solidFill>
                  <a:schemeClr val="lt1"/>
                </a:solidFill>
              </a:defRPr>
            </a:lvl9pPr>
          </a:lstStyle>
          <a:p>
            <a:r>
              <a:t>xx%</a:t>
            </a:r>
          </a:p>
        </p:txBody>
      </p:sp>
      <p:sp>
        <p:nvSpPr>
          <p:cNvPr id="24118" name="Google Shape;24118;p32"/>
          <p:cNvSpPr txBox="1">
            <a:spLocks noGrp="1"/>
          </p:cNvSpPr>
          <p:nvPr>
            <p:ph type="subTitle" idx="1"/>
          </p:nvPr>
        </p:nvSpPr>
        <p:spPr>
          <a:xfrm>
            <a:off x="5499665" y="1737650"/>
            <a:ext cx="2598600" cy="499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PT Sans"/>
              <a:buNone/>
              <a:defRPr/>
            </a:lvl1pPr>
            <a:lvl2pPr lvl="1" algn="ctr" rtl="0">
              <a:lnSpc>
                <a:spcPct val="115000"/>
              </a:lnSpc>
              <a:spcBef>
                <a:spcPts val="0"/>
              </a:spcBef>
              <a:spcAft>
                <a:spcPts val="0"/>
              </a:spcAft>
              <a:buSzPts val="2100"/>
              <a:buNone/>
              <a:defRPr sz="2100"/>
            </a:lvl2pPr>
            <a:lvl3pPr lvl="2" algn="ctr" rtl="0">
              <a:lnSpc>
                <a:spcPct val="115000"/>
              </a:lnSpc>
              <a:spcBef>
                <a:spcPts val="0"/>
              </a:spcBef>
              <a:spcAft>
                <a:spcPts val="0"/>
              </a:spcAft>
              <a:buSzPts val="2100"/>
              <a:buNone/>
              <a:defRPr sz="2100"/>
            </a:lvl3pPr>
            <a:lvl4pPr lvl="3" algn="ctr" rtl="0">
              <a:lnSpc>
                <a:spcPct val="115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15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15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15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15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15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24119" name="Google Shape;24119;p32"/>
          <p:cNvSpPr txBox="1">
            <a:spLocks noGrp="1"/>
          </p:cNvSpPr>
          <p:nvPr>
            <p:ph type="subTitle" idx="2"/>
          </p:nvPr>
        </p:nvSpPr>
        <p:spPr>
          <a:xfrm>
            <a:off x="3738073" y="1737650"/>
            <a:ext cx="1761600" cy="499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400"/>
              <a:buFont typeface="Bebas Neue"/>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4120" name="Google Shape;24120;p32"/>
          <p:cNvSpPr txBox="1">
            <a:spLocks noGrp="1"/>
          </p:cNvSpPr>
          <p:nvPr>
            <p:ph type="title" idx="3" hasCustomPrompt="1"/>
          </p:nvPr>
        </p:nvSpPr>
        <p:spPr>
          <a:xfrm>
            <a:off x="2227373" y="2744100"/>
            <a:ext cx="1136700" cy="499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a:lvl1pPr>
            <a:lvl2pPr lvl="1" algn="ctr" rtl="0">
              <a:lnSpc>
                <a:spcPct val="115000"/>
              </a:lnSpc>
              <a:spcBef>
                <a:spcPts val="0"/>
              </a:spcBef>
              <a:spcAft>
                <a:spcPts val="0"/>
              </a:spcAft>
              <a:buClr>
                <a:schemeClr val="lt1"/>
              </a:buClr>
              <a:buSzPts val="6000"/>
              <a:buNone/>
              <a:defRPr sz="6000">
                <a:solidFill>
                  <a:schemeClr val="lt1"/>
                </a:solidFill>
              </a:defRPr>
            </a:lvl2pPr>
            <a:lvl3pPr lvl="2" algn="ctr" rtl="0">
              <a:lnSpc>
                <a:spcPct val="115000"/>
              </a:lnSpc>
              <a:spcBef>
                <a:spcPts val="0"/>
              </a:spcBef>
              <a:spcAft>
                <a:spcPts val="0"/>
              </a:spcAft>
              <a:buClr>
                <a:schemeClr val="lt1"/>
              </a:buClr>
              <a:buSzPts val="6000"/>
              <a:buNone/>
              <a:defRPr sz="6000">
                <a:solidFill>
                  <a:schemeClr val="lt1"/>
                </a:solidFill>
              </a:defRPr>
            </a:lvl3pPr>
            <a:lvl4pPr lvl="3" algn="ctr" rtl="0">
              <a:lnSpc>
                <a:spcPct val="115000"/>
              </a:lnSpc>
              <a:spcBef>
                <a:spcPts val="0"/>
              </a:spcBef>
              <a:spcAft>
                <a:spcPts val="0"/>
              </a:spcAft>
              <a:buClr>
                <a:schemeClr val="lt1"/>
              </a:buClr>
              <a:buSzPts val="6000"/>
              <a:buNone/>
              <a:defRPr sz="6000">
                <a:solidFill>
                  <a:schemeClr val="lt1"/>
                </a:solidFill>
              </a:defRPr>
            </a:lvl4pPr>
            <a:lvl5pPr lvl="4" algn="ctr" rtl="0">
              <a:lnSpc>
                <a:spcPct val="115000"/>
              </a:lnSpc>
              <a:spcBef>
                <a:spcPts val="0"/>
              </a:spcBef>
              <a:spcAft>
                <a:spcPts val="0"/>
              </a:spcAft>
              <a:buClr>
                <a:schemeClr val="lt1"/>
              </a:buClr>
              <a:buSzPts val="6000"/>
              <a:buNone/>
              <a:defRPr sz="6000">
                <a:solidFill>
                  <a:schemeClr val="lt1"/>
                </a:solidFill>
              </a:defRPr>
            </a:lvl5pPr>
            <a:lvl6pPr lvl="5" algn="ctr" rtl="0">
              <a:lnSpc>
                <a:spcPct val="115000"/>
              </a:lnSpc>
              <a:spcBef>
                <a:spcPts val="0"/>
              </a:spcBef>
              <a:spcAft>
                <a:spcPts val="0"/>
              </a:spcAft>
              <a:buClr>
                <a:schemeClr val="lt1"/>
              </a:buClr>
              <a:buSzPts val="6000"/>
              <a:buNone/>
              <a:defRPr sz="6000">
                <a:solidFill>
                  <a:schemeClr val="lt1"/>
                </a:solidFill>
              </a:defRPr>
            </a:lvl6pPr>
            <a:lvl7pPr lvl="6" algn="ctr" rtl="0">
              <a:lnSpc>
                <a:spcPct val="115000"/>
              </a:lnSpc>
              <a:spcBef>
                <a:spcPts val="0"/>
              </a:spcBef>
              <a:spcAft>
                <a:spcPts val="0"/>
              </a:spcAft>
              <a:buClr>
                <a:schemeClr val="lt1"/>
              </a:buClr>
              <a:buSzPts val="6000"/>
              <a:buNone/>
              <a:defRPr sz="6000">
                <a:solidFill>
                  <a:schemeClr val="lt1"/>
                </a:solidFill>
              </a:defRPr>
            </a:lvl7pPr>
            <a:lvl8pPr lvl="7" algn="ctr" rtl="0">
              <a:lnSpc>
                <a:spcPct val="115000"/>
              </a:lnSpc>
              <a:spcBef>
                <a:spcPts val="0"/>
              </a:spcBef>
              <a:spcAft>
                <a:spcPts val="0"/>
              </a:spcAft>
              <a:buClr>
                <a:schemeClr val="lt1"/>
              </a:buClr>
              <a:buSzPts val="6000"/>
              <a:buNone/>
              <a:defRPr sz="6000">
                <a:solidFill>
                  <a:schemeClr val="lt1"/>
                </a:solidFill>
              </a:defRPr>
            </a:lvl8pPr>
            <a:lvl9pPr lvl="8" algn="ctr" rtl="0">
              <a:lnSpc>
                <a:spcPct val="115000"/>
              </a:lnSpc>
              <a:spcBef>
                <a:spcPts val="0"/>
              </a:spcBef>
              <a:spcAft>
                <a:spcPts val="0"/>
              </a:spcAft>
              <a:buClr>
                <a:schemeClr val="lt1"/>
              </a:buClr>
              <a:buSzPts val="6000"/>
              <a:buNone/>
              <a:defRPr sz="6000">
                <a:solidFill>
                  <a:schemeClr val="lt1"/>
                </a:solidFill>
              </a:defRPr>
            </a:lvl9pPr>
          </a:lstStyle>
          <a:p>
            <a:r>
              <a:t>xx%</a:t>
            </a:r>
          </a:p>
        </p:txBody>
      </p:sp>
      <p:sp>
        <p:nvSpPr>
          <p:cNvPr id="24121" name="Google Shape;24121;p32"/>
          <p:cNvSpPr txBox="1">
            <a:spLocks noGrp="1"/>
          </p:cNvSpPr>
          <p:nvPr>
            <p:ph type="subTitle" idx="4"/>
          </p:nvPr>
        </p:nvSpPr>
        <p:spPr>
          <a:xfrm>
            <a:off x="5499665" y="3750550"/>
            <a:ext cx="2598600" cy="499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PT Sans"/>
              <a:buNone/>
              <a:defRPr/>
            </a:lvl1pPr>
            <a:lvl2pPr lvl="1" algn="ctr" rtl="0">
              <a:lnSpc>
                <a:spcPct val="115000"/>
              </a:lnSpc>
              <a:spcBef>
                <a:spcPts val="0"/>
              </a:spcBef>
              <a:spcAft>
                <a:spcPts val="0"/>
              </a:spcAft>
              <a:buSzPts val="2100"/>
              <a:buNone/>
              <a:defRPr sz="2100"/>
            </a:lvl2pPr>
            <a:lvl3pPr lvl="2" algn="ctr" rtl="0">
              <a:lnSpc>
                <a:spcPct val="115000"/>
              </a:lnSpc>
              <a:spcBef>
                <a:spcPts val="0"/>
              </a:spcBef>
              <a:spcAft>
                <a:spcPts val="0"/>
              </a:spcAft>
              <a:buSzPts val="2100"/>
              <a:buNone/>
              <a:defRPr sz="2100"/>
            </a:lvl3pPr>
            <a:lvl4pPr lvl="3" algn="ctr" rtl="0">
              <a:lnSpc>
                <a:spcPct val="115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15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15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15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15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15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24122" name="Google Shape;24122;p32"/>
          <p:cNvSpPr txBox="1">
            <a:spLocks noGrp="1"/>
          </p:cNvSpPr>
          <p:nvPr>
            <p:ph type="subTitle" idx="5"/>
          </p:nvPr>
        </p:nvSpPr>
        <p:spPr>
          <a:xfrm>
            <a:off x="3738073" y="3750550"/>
            <a:ext cx="1761600" cy="499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400"/>
              <a:buFont typeface="Bebas Neue"/>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4123" name="Google Shape;24123;p32"/>
          <p:cNvSpPr txBox="1">
            <a:spLocks noGrp="1"/>
          </p:cNvSpPr>
          <p:nvPr>
            <p:ph type="title" idx="6" hasCustomPrompt="1"/>
          </p:nvPr>
        </p:nvSpPr>
        <p:spPr>
          <a:xfrm>
            <a:off x="2227373" y="3750550"/>
            <a:ext cx="1136700" cy="4992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a:lvl1pPr>
            <a:lvl2pPr lvl="1" algn="ctr" rtl="0">
              <a:lnSpc>
                <a:spcPct val="115000"/>
              </a:lnSpc>
              <a:spcBef>
                <a:spcPts val="0"/>
              </a:spcBef>
              <a:spcAft>
                <a:spcPts val="0"/>
              </a:spcAft>
              <a:buClr>
                <a:schemeClr val="lt1"/>
              </a:buClr>
              <a:buSzPts val="6000"/>
              <a:buNone/>
              <a:defRPr sz="6000">
                <a:solidFill>
                  <a:schemeClr val="lt1"/>
                </a:solidFill>
              </a:defRPr>
            </a:lvl2pPr>
            <a:lvl3pPr lvl="2" algn="ctr" rtl="0">
              <a:lnSpc>
                <a:spcPct val="115000"/>
              </a:lnSpc>
              <a:spcBef>
                <a:spcPts val="0"/>
              </a:spcBef>
              <a:spcAft>
                <a:spcPts val="0"/>
              </a:spcAft>
              <a:buClr>
                <a:schemeClr val="lt1"/>
              </a:buClr>
              <a:buSzPts val="6000"/>
              <a:buNone/>
              <a:defRPr sz="6000">
                <a:solidFill>
                  <a:schemeClr val="lt1"/>
                </a:solidFill>
              </a:defRPr>
            </a:lvl3pPr>
            <a:lvl4pPr lvl="3" algn="ctr" rtl="0">
              <a:lnSpc>
                <a:spcPct val="115000"/>
              </a:lnSpc>
              <a:spcBef>
                <a:spcPts val="0"/>
              </a:spcBef>
              <a:spcAft>
                <a:spcPts val="0"/>
              </a:spcAft>
              <a:buClr>
                <a:schemeClr val="lt1"/>
              </a:buClr>
              <a:buSzPts val="6000"/>
              <a:buNone/>
              <a:defRPr sz="6000">
                <a:solidFill>
                  <a:schemeClr val="lt1"/>
                </a:solidFill>
              </a:defRPr>
            </a:lvl4pPr>
            <a:lvl5pPr lvl="4" algn="ctr" rtl="0">
              <a:lnSpc>
                <a:spcPct val="115000"/>
              </a:lnSpc>
              <a:spcBef>
                <a:spcPts val="0"/>
              </a:spcBef>
              <a:spcAft>
                <a:spcPts val="0"/>
              </a:spcAft>
              <a:buClr>
                <a:schemeClr val="lt1"/>
              </a:buClr>
              <a:buSzPts val="6000"/>
              <a:buNone/>
              <a:defRPr sz="6000">
                <a:solidFill>
                  <a:schemeClr val="lt1"/>
                </a:solidFill>
              </a:defRPr>
            </a:lvl5pPr>
            <a:lvl6pPr lvl="5" algn="ctr" rtl="0">
              <a:lnSpc>
                <a:spcPct val="115000"/>
              </a:lnSpc>
              <a:spcBef>
                <a:spcPts val="0"/>
              </a:spcBef>
              <a:spcAft>
                <a:spcPts val="0"/>
              </a:spcAft>
              <a:buClr>
                <a:schemeClr val="lt1"/>
              </a:buClr>
              <a:buSzPts val="6000"/>
              <a:buNone/>
              <a:defRPr sz="6000">
                <a:solidFill>
                  <a:schemeClr val="lt1"/>
                </a:solidFill>
              </a:defRPr>
            </a:lvl6pPr>
            <a:lvl7pPr lvl="6" algn="ctr" rtl="0">
              <a:lnSpc>
                <a:spcPct val="115000"/>
              </a:lnSpc>
              <a:spcBef>
                <a:spcPts val="0"/>
              </a:spcBef>
              <a:spcAft>
                <a:spcPts val="0"/>
              </a:spcAft>
              <a:buClr>
                <a:schemeClr val="lt1"/>
              </a:buClr>
              <a:buSzPts val="6000"/>
              <a:buNone/>
              <a:defRPr sz="6000">
                <a:solidFill>
                  <a:schemeClr val="lt1"/>
                </a:solidFill>
              </a:defRPr>
            </a:lvl7pPr>
            <a:lvl8pPr lvl="7" algn="ctr" rtl="0">
              <a:lnSpc>
                <a:spcPct val="115000"/>
              </a:lnSpc>
              <a:spcBef>
                <a:spcPts val="0"/>
              </a:spcBef>
              <a:spcAft>
                <a:spcPts val="0"/>
              </a:spcAft>
              <a:buClr>
                <a:schemeClr val="lt1"/>
              </a:buClr>
              <a:buSzPts val="6000"/>
              <a:buNone/>
              <a:defRPr sz="6000">
                <a:solidFill>
                  <a:schemeClr val="lt1"/>
                </a:solidFill>
              </a:defRPr>
            </a:lvl8pPr>
            <a:lvl9pPr lvl="8" algn="ctr" rtl="0">
              <a:lnSpc>
                <a:spcPct val="115000"/>
              </a:lnSpc>
              <a:spcBef>
                <a:spcPts val="0"/>
              </a:spcBef>
              <a:spcAft>
                <a:spcPts val="0"/>
              </a:spcAft>
              <a:buClr>
                <a:schemeClr val="lt1"/>
              </a:buClr>
              <a:buSzPts val="6000"/>
              <a:buNone/>
              <a:defRPr sz="6000">
                <a:solidFill>
                  <a:schemeClr val="lt1"/>
                </a:solidFill>
              </a:defRPr>
            </a:lvl9pPr>
          </a:lstStyle>
          <a:p>
            <a:r>
              <a:t>xx%</a:t>
            </a:r>
          </a:p>
        </p:txBody>
      </p:sp>
      <p:sp>
        <p:nvSpPr>
          <p:cNvPr id="24124" name="Google Shape;24124;p32"/>
          <p:cNvSpPr txBox="1">
            <a:spLocks noGrp="1"/>
          </p:cNvSpPr>
          <p:nvPr>
            <p:ph type="subTitle" idx="7"/>
          </p:nvPr>
        </p:nvSpPr>
        <p:spPr>
          <a:xfrm>
            <a:off x="5499665" y="2744100"/>
            <a:ext cx="2598600" cy="4992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Font typeface="PT Sans"/>
              <a:buNone/>
              <a:defRPr/>
            </a:lvl1pPr>
            <a:lvl2pPr lvl="1" algn="ctr" rtl="0">
              <a:lnSpc>
                <a:spcPct val="115000"/>
              </a:lnSpc>
              <a:spcBef>
                <a:spcPts val="0"/>
              </a:spcBef>
              <a:spcAft>
                <a:spcPts val="0"/>
              </a:spcAft>
              <a:buSzPts val="2100"/>
              <a:buNone/>
              <a:defRPr sz="2100"/>
            </a:lvl2pPr>
            <a:lvl3pPr lvl="2" algn="ctr" rtl="0">
              <a:lnSpc>
                <a:spcPct val="115000"/>
              </a:lnSpc>
              <a:spcBef>
                <a:spcPts val="0"/>
              </a:spcBef>
              <a:spcAft>
                <a:spcPts val="0"/>
              </a:spcAft>
              <a:buSzPts val="2100"/>
              <a:buNone/>
              <a:defRPr sz="2100"/>
            </a:lvl3pPr>
            <a:lvl4pPr lvl="3" algn="ctr" rtl="0">
              <a:lnSpc>
                <a:spcPct val="115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15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15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15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15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15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24125" name="Google Shape;24125;p32"/>
          <p:cNvSpPr txBox="1">
            <a:spLocks noGrp="1"/>
          </p:cNvSpPr>
          <p:nvPr>
            <p:ph type="subTitle" idx="8"/>
          </p:nvPr>
        </p:nvSpPr>
        <p:spPr>
          <a:xfrm>
            <a:off x="3738073" y="2744100"/>
            <a:ext cx="1761600" cy="499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400"/>
              <a:buFont typeface="Bebas Neue"/>
              <a:buNone/>
              <a:defRPr sz="2400">
                <a:solidFill>
                  <a:schemeClr val="dk1"/>
                </a:solidFill>
                <a:latin typeface="Spline Sans"/>
                <a:ea typeface="Spline Sans"/>
                <a:cs typeface="Spline Sans"/>
                <a:sym typeface="Spline Sans"/>
              </a:defRPr>
            </a:lvl1pPr>
            <a:lvl2pPr lvl="1"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15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4126" name="Google Shape;24126;p32"/>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4957"/>
        <p:cNvGrpSpPr/>
        <p:nvPr/>
      </p:nvGrpSpPr>
      <p:grpSpPr>
        <a:xfrm>
          <a:off x="0" y="0"/>
          <a:ext cx="0" cy="0"/>
          <a:chOff x="0" y="0"/>
          <a:chExt cx="0" cy="0"/>
        </a:xfrm>
      </p:grpSpPr>
      <p:grpSp>
        <p:nvGrpSpPr>
          <p:cNvPr id="24958" name="Google Shape;24958;p34"/>
          <p:cNvGrpSpPr/>
          <p:nvPr/>
        </p:nvGrpSpPr>
        <p:grpSpPr>
          <a:xfrm>
            <a:off x="57" y="450"/>
            <a:ext cx="9144000" cy="5142600"/>
            <a:chOff x="57" y="450"/>
            <a:chExt cx="9144000" cy="5142600"/>
          </a:xfrm>
        </p:grpSpPr>
        <p:cxnSp>
          <p:nvCxnSpPr>
            <p:cNvPr id="24959" name="Google Shape;24959;p34"/>
            <p:cNvCxnSpPr/>
            <p:nvPr/>
          </p:nvCxnSpPr>
          <p:spPr>
            <a:xfrm>
              <a:off x="4572057" y="-43297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60" name="Google Shape;24960;p34"/>
            <p:cNvCxnSpPr/>
            <p:nvPr/>
          </p:nvCxnSpPr>
          <p:spPr>
            <a:xfrm>
              <a:off x="4572057" y="-40944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61" name="Google Shape;24961;p34"/>
            <p:cNvCxnSpPr/>
            <p:nvPr/>
          </p:nvCxnSpPr>
          <p:spPr>
            <a:xfrm>
              <a:off x="4572057" y="-385967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62" name="Google Shape;24962;p34"/>
            <p:cNvCxnSpPr/>
            <p:nvPr/>
          </p:nvCxnSpPr>
          <p:spPr>
            <a:xfrm>
              <a:off x="4572057" y="-36255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63" name="Google Shape;24963;p34"/>
            <p:cNvCxnSpPr/>
            <p:nvPr/>
          </p:nvCxnSpPr>
          <p:spPr>
            <a:xfrm>
              <a:off x="4572057" y="-33906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64" name="Google Shape;24964;p34"/>
            <p:cNvCxnSpPr/>
            <p:nvPr/>
          </p:nvCxnSpPr>
          <p:spPr>
            <a:xfrm>
              <a:off x="4572057" y="-31566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65" name="Google Shape;24965;p34"/>
            <p:cNvCxnSpPr/>
            <p:nvPr/>
          </p:nvCxnSpPr>
          <p:spPr>
            <a:xfrm>
              <a:off x="4572057" y="-292157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66" name="Google Shape;24966;p34"/>
            <p:cNvCxnSpPr/>
            <p:nvPr/>
          </p:nvCxnSpPr>
          <p:spPr>
            <a:xfrm>
              <a:off x="4572057" y="-26877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67" name="Google Shape;24967;p34"/>
            <p:cNvCxnSpPr/>
            <p:nvPr/>
          </p:nvCxnSpPr>
          <p:spPr>
            <a:xfrm rot="5400000">
              <a:off x="-11636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68" name="Google Shape;24968;p34"/>
            <p:cNvCxnSpPr/>
            <p:nvPr/>
          </p:nvCxnSpPr>
          <p:spPr>
            <a:xfrm rot="5400000">
              <a:off x="-13982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69" name="Google Shape;24969;p34"/>
            <p:cNvCxnSpPr/>
            <p:nvPr/>
          </p:nvCxnSpPr>
          <p:spPr>
            <a:xfrm rot="5400000">
              <a:off x="-16328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70" name="Google Shape;24970;p34"/>
            <p:cNvCxnSpPr/>
            <p:nvPr/>
          </p:nvCxnSpPr>
          <p:spPr>
            <a:xfrm rot="5400000">
              <a:off x="-18674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71" name="Google Shape;24971;p34"/>
            <p:cNvCxnSpPr/>
            <p:nvPr/>
          </p:nvCxnSpPr>
          <p:spPr>
            <a:xfrm rot="5400000">
              <a:off x="-21020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72" name="Google Shape;24972;p34"/>
            <p:cNvCxnSpPr/>
            <p:nvPr/>
          </p:nvCxnSpPr>
          <p:spPr>
            <a:xfrm rot="5400000">
              <a:off x="-23366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73" name="Google Shape;24973;p34"/>
            <p:cNvCxnSpPr/>
            <p:nvPr/>
          </p:nvCxnSpPr>
          <p:spPr>
            <a:xfrm>
              <a:off x="4572057" y="-24519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74" name="Google Shape;24974;p34"/>
            <p:cNvCxnSpPr/>
            <p:nvPr/>
          </p:nvCxnSpPr>
          <p:spPr>
            <a:xfrm>
              <a:off x="4572057" y="-221927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75" name="Google Shape;24975;p34"/>
            <p:cNvCxnSpPr/>
            <p:nvPr/>
          </p:nvCxnSpPr>
          <p:spPr>
            <a:xfrm>
              <a:off x="4572057" y="-19921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76" name="Google Shape;24976;p34"/>
            <p:cNvCxnSpPr/>
            <p:nvPr/>
          </p:nvCxnSpPr>
          <p:spPr>
            <a:xfrm>
              <a:off x="4572057" y="-175767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77" name="Google Shape;24977;p34"/>
            <p:cNvCxnSpPr/>
            <p:nvPr/>
          </p:nvCxnSpPr>
          <p:spPr>
            <a:xfrm>
              <a:off x="4572057" y="-15305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78" name="Google Shape;24978;p34"/>
            <p:cNvCxnSpPr/>
            <p:nvPr/>
          </p:nvCxnSpPr>
          <p:spPr>
            <a:xfrm>
              <a:off x="4572057" y="-1288750"/>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79" name="Google Shape;24979;p34"/>
            <p:cNvCxnSpPr/>
            <p:nvPr/>
          </p:nvCxnSpPr>
          <p:spPr>
            <a:xfrm>
              <a:off x="4572057" y="-10616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80" name="Google Shape;24980;p34"/>
            <p:cNvCxnSpPr/>
            <p:nvPr/>
          </p:nvCxnSpPr>
          <p:spPr>
            <a:xfrm>
              <a:off x="4572057" y="-82717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81" name="Google Shape;24981;p34"/>
            <p:cNvCxnSpPr/>
            <p:nvPr/>
          </p:nvCxnSpPr>
          <p:spPr>
            <a:xfrm>
              <a:off x="4572057" y="-601700"/>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82" name="Google Shape;24982;p34"/>
            <p:cNvCxnSpPr/>
            <p:nvPr/>
          </p:nvCxnSpPr>
          <p:spPr>
            <a:xfrm>
              <a:off x="4572057" y="-3599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83" name="Google Shape;24983;p34"/>
            <p:cNvCxnSpPr/>
            <p:nvPr/>
          </p:nvCxnSpPr>
          <p:spPr>
            <a:xfrm>
              <a:off x="4572057" y="-12712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84" name="Google Shape;24984;p34"/>
            <p:cNvCxnSpPr/>
            <p:nvPr/>
          </p:nvCxnSpPr>
          <p:spPr>
            <a:xfrm>
              <a:off x="4572057" y="10567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85" name="Google Shape;24985;p34"/>
            <p:cNvCxnSpPr/>
            <p:nvPr/>
          </p:nvCxnSpPr>
          <p:spPr>
            <a:xfrm>
              <a:off x="4572057" y="338475"/>
              <a:ext cx="0" cy="9144000"/>
            </a:xfrm>
            <a:prstGeom prst="straightConnector1">
              <a:avLst/>
            </a:prstGeom>
            <a:noFill/>
            <a:ln w="19050" cap="flat" cmpd="sng">
              <a:solidFill>
                <a:schemeClr val="accent3"/>
              </a:solidFill>
              <a:prstDash val="solid"/>
              <a:round/>
              <a:headEnd type="none" w="med" len="med"/>
              <a:tailEnd type="none" w="med" len="med"/>
            </a:ln>
          </p:spPr>
        </p:cxnSp>
        <p:cxnSp>
          <p:nvCxnSpPr>
            <p:cNvPr id="24986" name="Google Shape;24986;p34"/>
            <p:cNvCxnSpPr/>
            <p:nvPr/>
          </p:nvCxnSpPr>
          <p:spPr>
            <a:xfrm rot="5400000">
              <a:off x="-9170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87" name="Google Shape;24987;p34"/>
            <p:cNvCxnSpPr/>
            <p:nvPr/>
          </p:nvCxnSpPr>
          <p:spPr>
            <a:xfrm rot="5400000">
              <a:off x="-6824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88" name="Google Shape;24988;p34"/>
            <p:cNvCxnSpPr/>
            <p:nvPr/>
          </p:nvCxnSpPr>
          <p:spPr>
            <a:xfrm rot="5400000">
              <a:off x="-4478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89" name="Google Shape;24989;p34"/>
            <p:cNvCxnSpPr/>
            <p:nvPr/>
          </p:nvCxnSpPr>
          <p:spPr>
            <a:xfrm rot="5400000">
              <a:off x="-2012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0" name="Google Shape;24990;p34"/>
            <p:cNvCxnSpPr/>
            <p:nvPr/>
          </p:nvCxnSpPr>
          <p:spPr>
            <a:xfrm rot="5400000">
              <a:off x="3332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1" name="Google Shape;24991;p34"/>
            <p:cNvCxnSpPr/>
            <p:nvPr/>
          </p:nvCxnSpPr>
          <p:spPr>
            <a:xfrm rot="5400000">
              <a:off x="27992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2" name="Google Shape;24992;p34"/>
            <p:cNvCxnSpPr/>
            <p:nvPr/>
          </p:nvCxnSpPr>
          <p:spPr>
            <a:xfrm rot="5400000">
              <a:off x="52652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3" name="Google Shape;24993;p34"/>
            <p:cNvCxnSpPr/>
            <p:nvPr/>
          </p:nvCxnSpPr>
          <p:spPr>
            <a:xfrm rot="5400000">
              <a:off x="77312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4" name="Google Shape;24994;p34"/>
            <p:cNvCxnSpPr/>
            <p:nvPr/>
          </p:nvCxnSpPr>
          <p:spPr>
            <a:xfrm rot="5400000">
              <a:off x="101972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5" name="Google Shape;24995;p34"/>
            <p:cNvCxnSpPr/>
            <p:nvPr/>
          </p:nvCxnSpPr>
          <p:spPr>
            <a:xfrm rot="5400000">
              <a:off x="126632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6" name="Google Shape;24996;p34"/>
            <p:cNvCxnSpPr/>
            <p:nvPr/>
          </p:nvCxnSpPr>
          <p:spPr>
            <a:xfrm rot="5400000">
              <a:off x="151292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7" name="Google Shape;24997;p34"/>
            <p:cNvCxnSpPr/>
            <p:nvPr/>
          </p:nvCxnSpPr>
          <p:spPr>
            <a:xfrm rot="5400000">
              <a:off x="175952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8" name="Google Shape;24998;p34"/>
            <p:cNvCxnSpPr/>
            <p:nvPr/>
          </p:nvCxnSpPr>
          <p:spPr>
            <a:xfrm rot="5400000">
              <a:off x="200075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4999" name="Google Shape;24999;p34"/>
            <p:cNvCxnSpPr/>
            <p:nvPr/>
          </p:nvCxnSpPr>
          <p:spPr>
            <a:xfrm rot="5400000">
              <a:off x="224735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0" name="Google Shape;25000;p34"/>
            <p:cNvCxnSpPr/>
            <p:nvPr/>
          </p:nvCxnSpPr>
          <p:spPr>
            <a:xfrm rot="5400000">
              <a:off x="2488575"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1" name="Google Shape;25001;p34"/>
            <p:cNvCxnSpPr/>
            <p:nvPr/>
          </p:nvCxnSpPr>
          <p:spPr>
            <a:xfrm rot="5400000">
              <a:off x="274055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2" name="Google Shape;25002;p34"/>
            <p:cNvCxnSpPr/>
            <p:nvPr/>
          </p:nvCxnSpPr>
          <p:spPr>
            <a:xfrm rot="5400000">
              <a:off x="29764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3" name="Google Shape;25003;p34"/>
            <p:cNvCxnSpPr/>
            <p:nvPr/>
          </p:nvCxnSpPr>
          <p:spPr>
            <a:xfrm rot="5400000">
              <a:off x="32230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4" name="Google Shape;25004;p34"/>
            <p:cNvCxnSpPr/>
            <p:nvPr/>
          </p:nvCxnSpPr>
          <p:spPr>
            <a:xfrm rot="5400000">
              <a:off x="34696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5" name="Google Shape;25005;p34"/>
            <p:cNvCxnSpPr/>
            <p:nvPr/>
          </p:nvCxnSpPr>
          <p:spPr>
            <a:xfrm rot="5400000">
              <a:off x="37162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6" name="Google Shape;25006;p34"/>
            <p:cNvCxnSpPr/>
            <p:nvPr/>
          </p:nvCxnSpPr>
          <p:spPr>
            <a:xfrm rot="5400000">
              <a:off x="39628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7" name="Google Shape;25007;p34"/>
            <p:cNvCxnSpPr/>
            <p:nvPr/>
          </p:nvCxnSpPr>
          <p:spPr>
            <a:xfrm rot="5400000">
              <a:off x="42094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8" name="Google Shape;25008;p34"/>
            <p:cNvCxnSpPr/>
            <p:nvPr/>
          </p:nvCxnSpPr>
          <p:spPr>
            <a:xfrm rot="5400000">
              <a:off x="44560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09" name="Google Shape;25009;p34"/>
            <p:cNvCxnSpPr/>
            <p:nvPr/>
          </p:nvCxnSpPr>
          <p:spPr>
            <a:xfrm rot="5400000">
              <a:off x="47026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10" name="Google Shape;25010;p34"/>
            <p:cNvCxnSpPr/>
            <p:nvPr/>
          </p:nvCxnSpPr>
          <p:spPr>
            <a:xfrm rot="5400000">
              <a:off x="49492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11" name="Google Shape;25011;p34"/>
            <p:cNvCxnSpPr/>
            <p:nvPr/>
          </p:nvCxnSpPr>
          <p:spPr>
            <a:xfrm rot="5400000">
              <a:off x="51958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12" name="Google Shape;25012;p34"/>
            <p:cNvCxnSpPr/>
            <p:nvPr/>
          </p:nvCxnSpPr>
          <p:spPr>
            <a:xfrm rot="5400000">
              <a:off x="54424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13" name="Google Shape;25013;p34"/>
            <p:cNvCxnSpPr/>
            <p:nvPr/>
          </p:nvCxnSpPr>
          <p:spPr>
            <a:xfrm rot="5400000">
              <a:off x="56890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14" name="Google Shape;25014;p34"/>
            <p:cNvCxnSpPr/>
            <p:nvPr/>
          </p:nvCxnSpPr>
          <p:spPr>
            <a:xfrm rot="5400000">
              <a:off x="59356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15" name="Google Shape;25015;p34"/>
            <p:cNvCxnSpPr/>
            <p:nvPr/>
          </p:nvCxnSpPr>
          <p:spPr>
            <a:xfrm rot="5400000">
              <a:off x="6182200" y="2571750"/>
              <a:ext cx="5142600" cy="0"/>
            </a:xfrm>
            <a:prstGeom prst="straightConnector1">
              <a:avLst/>
            </a:prstGeom>
            <a:noFill/>
            <a:ln w="19050" cap="flat" cmpd="sng">
              <a:solidFill>
                <a:schemeClr val="accent3"/>
              </a:solidFill>
              <a:prstDash val="solid"/>
              <a:round/>
              <a:headEnd type="none" w="med" len="med"/>
              <a:tailEnd type="none" w="med" len="med"/>
            </a:ln>
          </p:spPr>
        </p:cxnSp>
        <p:cxnSp>
          <p:nvCxnSpPr>
            <p:cNvPr id="25016" name="Google Shape;25016;p34"/>
            <p:cNvCxnSpPr/>
            <p:nvPr/>
          </p:nvCxnSpPr>
          <p:spPr>
            <a:xfrm rot="5400000">
              <a:off x="6428800" y="2571750"/>
              <a:ext cx="5142600" cy="0"/>
            </a:xfrm>
            <a:prstGeom prst="straightConnector1">
              <a:avLst/>
            </a:prstGeom>
            <a:noFill/>
            <a:ln w="19050" cap="flat" cmpd="sng">
              <a:solidFill>
                <a:schemeClr val="accent3"/>
              </a:solidFill>
              <a:prstDash val="solid"/>
              <a:round/>
              <a:headEnd type="none" w="med" len="med"/>
              <a:tailEnd type="none" w="med" len="med"/>
            </a:ln>
          </p:spPr>
        </p:cxnSp>
      </p:grpSp>
      <p:grpSp>
        <p:nvGrpSpPr>
          <p:cNvPr id="25017" name="Google Shape;25017;p34"/>
          <p:cNvGrpSpPr/>
          <p:nvPr/>
        </p:nvGrpSpPr>
        <p:grpSpPr>
          <a:xfrm>
            <a:off x="235538" y="204088"/>
            <a:ext cx="8684038" cy="4735200"/>
            <a:chOff x="235538" y="204088"/>
            <a:chExt cx="8684038" cy="4735200"/>
          </a:xfrm>
        </p:grpSpPr>
        <p:sp>
          <p:nvSpPr>
            <p:cNvPr id="25018" name="Google Shape;25018;p34"/>
            <p:cNvSpPr/>
            <p:nvPr/>
          </p:nvSpPr>
          <p:spPr>
            <a:xfrm>
              <a:off x="235538" y="204088"/>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019" name="Google Shape;25019;p34"/>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25020" name="Google Shape;25020;p34"/>
            <p:cNvSpPr/>
            <p:nvPr/>
          </p:nvSpPr>
          <p:spPr>
            <a:xfrm>
              <a:off x="378425" y="290500"/>
              <a:ext cx="200700" cy="195300"/>
            </a:xfrm>
            <a:prstGeom prst="roundRect">
              <a:avLst>
                <a:gd name="adj" fmla="val 7198"/>
              </a:avLst>
            </a:prstGeom>
            <a:solidFill>
              <a:schemeClr val="lt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4"/>
            <p:cNvSpPr/>
            <p:nvPr/>
          </p:nvSpPr>
          <p:spPr>
            <a:xfrm>
              <a:off x="683075" y="290500"/>
              <a:ext cx="200700" cy="195300"/>
            </a:xfrm>
            <a:prstGeom prst="roundRect">
              <a:avLst>
                <a:gd name="adj" fmla="val 7198"/>
              </a:avLst>
            </a:prstGeom>
            <a:solidFill>
              <a:schemeClr val="accent1"/>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4"/>
            <p:cNvSpPr/>
            <p:nvPr/>
          </p:nvSpPr>
          <p:spPr>
            <a:xfrm>
              <a:off x="987725" y="290500"/>
              <a:ext cx="200700" cy="195300"/>
            </a:xfrm>
            <a:prstGeom prst="roundRect">
              <a:avLst>
                <a:gd name="adj" fmla="val 7198"/>
              </a:avLst>
            </a:prstGeom>
            <a:solidFill>
              <a:schemeClr val="accent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5023"/>
        <p:cNvGrpSpPr/>
        <p:nvPr/>
      </p:nvGrpSpPr>
      <p:grpSpPr>
        <a:xfrm>
          <a:off x="0" y="0"/>
          <a:ext cx="0" cy="0"/>
          <a:chOff x="0" y="0"/>
          <a:chExt cx="0" cy="0"/>
        </a:xfrm>
      </p:grpSpPr>
      <p:grpSp>
        <p:nvGrpSpPr>
          <p:cNvPr id="25024" name="Google Shape;25024;p35"/>
          <p:cNvGrpSpPr/>
          <p:nvPr/>
        </p:nvGrpSpPr>
        <p:grpSpPr>
          <a:xfrm>
            <a:off x="38150" y="35427"/>
            <a:ext cx="9067465" cy="5072518"/>
            <a:chOff x="0" y="-63776"/>
            <a:chExt cx="9309513" cy="5207389"/>
          </a:xfrm>
        </p:grpSpPr>
        <p:sp>
          <p:nvSpPr>
            <p:cNvPr id="25025" name="Google Shape;25025;p35"/>
            <p:cNvSpPr/>
            <p:nvPr/>
          </p:nvSpPr>
          <p:spPr>
            <a:xfrm>
              <a:off x="2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5"/>
            <p:cNvSpPr/>
            <p:nvPr/>
          </p:nvSpPr>
          <p:spPr>
            <a:xfrm>
              <a:off x="2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5"/>
            <p:cNvSpPr/>
            <p:nvPr/>
          </p:nvSpPr>
          <p:spPr>
            <a:xfrm>
              <a:off x="2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5"/>
            <p:cNvSpPr/>
            <p:nvPr/>
          </p:nvSpPr>
          <p:spPr>
            <a:xfrm>
              <a:off x="2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5"/>
            <p:cNvSpPr/>
            <p:nvPr/>
          </p:nvSpPr>
          <p:spPr>
            <a:xfrm>
              <a:off x="2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5"/>
            <p:cNvSpPr/>
            <p:nvPr/>
          </p:nvSpPr>
          <p:spPr>
            <a:xfrm>
              <a:off x="2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5"/>
            <p:cNvSpPr/>
            <p:nvPr/>
          </p:nvSpPr>
          <p:spPr>
            <a:xfrm>
              <a:off x="2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5"/>
            <p:cNvSpPr/>
            <p:nvPr/>
          </p:nvSpPr>
          <p:spPr>
            <a:xfrm>
              <a:off x="2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5"/>
            <p:cNvSpPr/>
            <p:nvPr/>
          </p:nvSpPr>
          <p:spPr>
            <a:xfrm>
              <a:off x="2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5"/>
            <p:cNvSpPr/>
            <p:nvPr/>
          </p:nvSpPr>
          <p:spPr>
            <a:xfrm>
              <a:off x="2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5"/>
            <p:cNvSpPr/>
            <p:nvPr/>
          </p:nvSpPr>
          <p:spPr>
            <a:xfrm>
              <a:off x="2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5"/>
            <p:cNvSpPr/>
            <p:nvPr/>
          </p:nvSpPr>
          <p:spPr>
            <a:xfrm>
              <a:off x="2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5"/>
            <p:cNvSpPr/>
            <p:nvPr/>
          </p:nvSpPr>
          <p:spPr>
            <a:xfrm>
              <a:off x="1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5"/>
            <p:cNvSpPr/>
            <p:nvPr/>
          </p:nvSpPr>
          <p:spPr>
            <a:xfrm>
              <a:off x="1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5"/>
            <p:cNvSpPr/>
            <p:nvPr/>
          </p:nvSpPr>
          <p:spPr>
            <a:xfrm>
              <a:off x="1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5"/>
            <p:cNvSpPr/>
            <p:nvPr/>
          </p:nvSpPr>
          <p:spPr>
            <a:xfrm>
              <a:off x="1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5"/>
            <p:cNvSpPr/>
            <p:nvPr/>
          </p:nvSpPr>
          <p:spPr>
            <a:xfrm>
              <a:off x="1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5"/>
            <p:cNvSpPr/>
            <p:nvPr/>
          </p:nvSpPr>
          <p:spPr>
            <a:xfrm>
              <a:off x="1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5"/>
            <p:cNvSpPr/>
            <p:nvPr/>
          </p:nvSpPr>
          <p:spPr>
            <a:xfrm>
              <a:off x="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5"/>
            <p:cNvSpPr/>
            <p:nvPr/>
          </p:nvSpPr>
          <p:spPr>
            <a:xfrm>
              <a:off x="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5"/>
            <p:cNvSpPr/>
            <p:nvPr/>
          </p:nvSpPr>
          <p:spPr>
            <a:xfrm>
              <a:off x="21763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5"/>
            <p:cNvSpPr/>
            <p:nvPr/>
          </p:nvSpPr>
          <p:spPr>
            <a:xfrm>
              <a:off x="21763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5"/>
            <p:cNvSpPr/>
            <p:nvPr/>
          </p:nvSpPr>
          <p:spPr>
            <a:xfrm>
              <a:off x="21763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5"/>
            <p:cNvSpPr/>
            <p:nvPr/>
          </p:nvSpPr>
          <p:spPr>
            <a:xfrm>
              <a:off x="21763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5"/>
            <p:cNvSpPr/>
            <p:nvPr/>
          </p:nvSpPr>
          <p:spPr>
            <a:xfrm>
              <a:off x="21763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5"/>
            <p:cNvSpPr/>
            <p:nvPr/>
          </p:nvSpPr>
          <p:spPr>
            <a:xfrm>
              <a:off x="21763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5"/>
            <p:cNvSpPr/>
            <p:nvPr/>
          </p:nvSpPr>
          <p:spPr>
            <a:xfrm>
              <a:off x="21763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5"/>
            <p:cNvSpPr/>
            <p:nvPr/>
          </p:nvSpPr>
          <p:spPr>
            <a:xfrm>
              <a:off x="21763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5"/>
            <p:cNvSpPr/>
            <p:nvPr/>
          </p:nvSpPr>
          <p:spPr>
            <a:xfrm>
              <a:off x="21763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5"/>
            <p:cNvSpPr/>
            <p:nvPr/>
          </p:nvSpPr>
          <p:spPr>
            <a:xfrm>
              <a:off x="21763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5"/>
            <p:cNvSpPr/>
            <p:nvPr/>
          </p:nvSpPr>
          <p:spPr>
            <a:xfrm>
              <a:off x="21763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5"/>
            <p:cNvSpPr/>
            <p:nvPr/>
          </p:nvSpPr>
          <p:spPr>
            <a:xfrm>
              <a:off x="21763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5"/>
            <p:cNvSpPr/>
            <p:nvPr/>
          </p:nvSpPr>
          <p:spPr>
            <a:xfrm>
              <a:off x="21761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5"/>
            <p:cNvSpPr/>
            <p:nvPr/>
          </p:nvSpPr>
          <p:spPr>
            <a:xfrm>
              <a:off x="21761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5"/>
            <p:cNvSpPr/>
            <p:nvPr/>
          </p:nvSpPr>
          <p:spPr>
            <a:xfrm>
              <a:off x="21761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5"/>
            <p:cNvSpPr/>
            <p:nvPr/>
          </p:nvSpPr>
          <p:spPr>
            <a:xfrm>
              <a:off x="21761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5"/>
            <p:cNvSpPr/>
            <p:nvPr/>
          </p:nvSpPr>
          <p:spPr>
            <a:xfrm>
              <a:off x="21761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5"/>
            <p:cNvSpPr/>
            <p:nvPr/>
          </p:nvSpPr>
          <p:spPr>
            <a:xfrm>
              <a:off x="21761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5"/>
            <p:cNvSpPr/>
            <p:nvPr/>
          </p:nvSpPr>
          <p:spPr>
            <a:xfrm>
              <a:off x="21760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5"/>
            <p:cNvSpPr/>
            <p:nvPr/>
          </p:nvSpPr>
          <p:spPr>
            <a:xfrm>
              <a:off x="21760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5"/>
            <p:cNvSpPr/>
            <p:nvPr/>
          </p:nvSpPr>
          <p:spPr>
            <a:xfrm>
              <a:off x="4352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5"/>
            <p:cNvSpPr/>
            <p:nvPr/>
          </p:nvSpPr>
          <p:spPr>
            <a:xfrm>
              <a:off x="4352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5"/>
            <p:cNvSpPr/>
            <p:nvPr/>
          </p:nvSpPr>
          <p:spPr>
            <a:xfrm>
              <a:off x="4352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5"/>
            <p:cNvSpPr/>
            <p:nvPr/>
          </p:nvSpPr>
          <p:spPr>
            <a:xfrm>
              <a:off x="4352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5"/>
            <p:cNvSpPr/>
            <p:nvPr/>
          </p:nvSpPr>
          <p:spPr>
            <a:xfrm>
              <a:off x="4352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5"/>
            <p:cNvSpPr/>
            <p:nvPr/>
          </p:nvSpPr>
          <p:spPr>
            <a:xfrm>
              <a:off x="4352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5"/>
            <p:cNvSpPr/>
            <p:nvPr/>
          </p:nvSpPr>
          <p:spPr>
            <a:xfrm>
              <a:off x="4352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5"/>
            <p:cNvSpPr/>
            <p:nvPr/>
          </p:nvSpPr>
          <p:spPr>
            <a:xfrm>
              <a:off x="4352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5"/>
            <p:cNvSpPr/>
            <p:nvPr/>
          </p:nvSpPr>
          <p:spPr>
            <a:xfrm>
              <a:off x="4352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5"/>
            <p:cNvSpPr/>
            <p:nvPr/>
          </p:nvSpPr>
          <p:spPr>
            <a:xfrm>
              <a:off x="4352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5"/>
            <p:cNvSpPr/>
            <p:nvPr/>
          </p:nvSpPr>
          <p:spPr>
            <a:xfrm>
              <a:off x="4352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5"/>
            <p:cNvSpPr/>
            <p:nvPr/>
          </p:nvSpPr>
          <p:spPr>
            <a:xfrm>
              <a:off x="4352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5"/>
            <p:cNvSpPr/>
            <p:nvPr/>
          </p:nvSpPr>
          <p:spPr>
            <a:xfrm>
              <a:off x="4352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5"/>
            <p:cNvSpPr/>
            <p:nvPr/>
          </p:nvSpPr>
          <p:spPr>
            <a:xfrm>
              <a:off x="4352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5"/>
            <p:cNvSpPr/>
            <p:nvPr/>
          </p:nvSpPr>
          <p:spPr>
            <a:xfrm>
              <a:off x="4352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5"/>
            <p:cNvSpPr/>
            <p:nvPr/>
          </p:nvSpPr>
          <p:spPr>
            <a:xfrm>
              <a:off x="4352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5"/>
            <p:cNvSpPr/>
            <p:nvPr/>
          </p:nvSpPr>
          <p:spPr>
            <a:xfrm>
              <a:off x="4352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5"/>
            <p:cNvSpPr/>
            <p:nvPr/>
          </p:nvSpPr>
          <p:spPr>
            <a:xfrm>
              <a:off x="4352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5"/>
            <p:cNvSpPr/>
            <p:nvPr/>
          </p:nvSpPr>
          <p:spPr>
            <a:xfrm>
              <a:off x="4352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5"/>
            <p:cNvSpPr/>
            <p:nvPr/>
          </p:nvSpPr>
          <p:spPr>
            <a:xfrm>
              <a:off x="4352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5"/>
            <p:cNvSpPr/>
            <p:nvPr/>
          </p:nvSpPr>
          <p:spPr>
            <a:xfrm>
              <a:off x="65284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5"/>
            <p:cNvSpPr/>
            <p:nvPr/>
          </p:nvSpPr>
          <p:spPr>
            <a:xfrm>
              <a:off x="65284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5"/>
            <p:cNvSpPr/>
            <p:nvPr/>
          </p:nvSpPr>
          <p:spPr>
            <a:xfrm>
              <a:off x="65284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5"/>
            <p:cNvSpPr/>
            <p:nvPr/>
          </p:nvSpPr>
          <p:spPr>
            <a:xfrm>
              <a:off x="65284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5"/>
            <p:cNvSpPr/>
            <p:nvPr/>
          </p:nvSpPr>
          <p:spPr>
            <a:xfrm>
              <a:off x="65284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5"/>
            <p:cNvSpPr/>
            <p:nvPr/>
          </p:nvSpPr>
          <p:spPr>
            <a:xfrm>
              <a:off x="65284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5"/>
            <p:cNvSpPr/>
            <p:nvPr/>
          </p:nvSpPr>
          <p:spPr>
            <a:xfrm>
              <a:off x="65284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5"/>
            <p:cNvSpPr/>
            <p:nvPr/>
          </p:nvSpPr>
          <p:spPr>
            <a:xfrm>
              <a:off x="65284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5"/>
            <p:cNvSpPr/>
            <p:nvPr/>
          </p:nvSpPr>
          <p:spPr>
            <a:xfrm>
              <a:off x="65284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5"/>
            <p:cNvSpPr/>
            <p:nvPr/>
          </p:nvSpPr>
          <p:spPr>
            <a:xfrm>
              <a:off x="65284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5"/>
            <p:cNvSpPr/>
            <p:nvPr/>
          </p:nvSpPr>
          <p:spPr>
            <a:xfrm>
              <a:off x="65284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5"/>
            <p:cNvSpPr/>
            <p:nvPr/>
          </p:nvSpPr>
          <p:spPr>
            <a:xfrm>
              <a:off x="65284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5"/>
            <p:cNvSpPr/>
            <p:nvPr/>
          </p:nvSpPr>
          <p:spPr>
            <a:xfrm>
              <a:off x="65283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5"/>
            <p:cNvSpPr/>
            <p:nvPr/>
          </p:nvSpPr>
          <p:spPr>
            <a:xfrm>
              <a:off x="65283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5"/>
            <p:cNvSpPr/>
            <p:nvPr/>
          </p:nvSpPr>
          <p:spPr>
            <a:xfrm>
              <a:off x="65283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5"/>
            <p:cNvSpPr/>
            <p:nvPr/>
          </p:nvSpPr>
          <p:spPr>
            <a:xfrm>
              <a:off x="65283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5"/>
            <p:cNvSpPr/>
            <p:nvPr/>
          </p:nvSpPr>
          <p:spPr>
            <a:xfrm>
              <a:off x="65283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5"/>
            <p:cNvSpPr/>
            <p:nvPr/>
          </p:nvSpPr>
          <p:spPr>
            <a:xfrm>
              <a:off x="65283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5"/>
            <p:cNvSpPr/>
            <p:nvPr/>
          </p:nvSpPr>
          <p:spPr>
            <a:xfrm>
              <a:off x="65281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5"/>
            <p:cNvSpPr/>
            <p:nvPr/>
          </p:nvSpPr>
          <p:spPr>
            <a:xfrm>
              <a:off x="65281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5"/>
            <p:cNvSpPr/>
            <p:nvPr/>
          </p:nvSpPr>
          <p:spPr>
            <a:xfrm>
              <a:off x="87044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5"/>
            <p:cNvSpPr/>
            <p:nvPr/>
          </p:nvSpPr>
          <p:spPr>
            <a:xfrm>
              <a:off x="87044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5"/>
            <p:cNvSpPr/>
            <p:nvPr/>
          </p:nvSpPr>
          <p:spPr>
            <a:xfrm>
              <a:off x="87044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5"/>
            <p:cNvSpPr/>
            <p:nvPr/>
          </p:nvSpPr>
          <p:spPr>
            <a:xfrm>
              <a:off x="87044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5"/>
            <p:cNvSpPr/>
            <p:nvPr/>
          </p:nvSpPr>
          <p:spPr>
            <a:xfrm>
              <a:off x="87044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5"/>
            <p:cNvSpPr/>
            <p:nvPr/>
          </p:nvSpPr>
          <p:spPr>
            <a:xfrm>
              <a:off x="87044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5"/>
            <p:cNvSpPr/>
            <p:nvPr/>
          </p:nvSpPr>
          <p:spPr>
            <a:xfrm>
              <a:off x="87044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5"/>
            <p:cNvSpPr/>
            <p:nvPr/>
          </p:nvSpPr>
          <p:spPr>
            <a:xfrm>
              <a:off x="87044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5"/>
            <p:cNvSpPr/>
            <p:nvPr/>
          </p:nvSpPr>
          <p:spPr>
            <a:xfrm>
              <a:off x="87044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5"/>
            <p:cNvSpPr/>
            <p:nvPr/>
          </p:nvSpPr>
          <p:spPr>
            <a:xfrm>
              <a:off x="87044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5"/>
            <p:cNvSpPr/>
            <p:nvPr/>
          </p:nvSpPr>
          <p:spPr>
            <a:xfrm>
              <a:off x="87044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5"/>
            <p:cNvSpPr/>
            <p:nvPr/>
          </p:nvSpPr>
          <p:spPr>
            <a:xfrm>
              <a:off x="87044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5"/>
            <p:cNvSpPr/>
            <p:nvPr/>
          </p:nvSpPr>
          <p:spPr>
            <a:xfrm>
              <a:off x="87043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5"/>
            <p:cNvSpPr/>
            <p:nvPr/>
          </p:nvSpPr>
          <p:spPr>
            <a:xfrm>
              <a:off x="87043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5"/>
            <p:cNvSpPr/>
            <p:nvPr/>
          </p:nvSpPr>
          <p:spPr>
            <a:xfrm>
              <a:off x="87043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5"/>
            <p:cNvSpPr/>
            <p:nvPr/>
          </p:nvSpPr>
          <p:spPr>
            <a:xfrm>
              <a:off x="87043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5"/>
            <p:cNvSpPr/>
            <p:nvPr/>
          </p:nvSpPr>
          <p:spPr>
            <a:xfrm>
              <a:off x="87043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5"/>
            <p:cNvSpPr/>
            <p:nvPr/>
          </p:nvSpPr>
          <p:spPr>
            <a:xfrm>
              <a:off x="87043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5"/>
            <p:cNvSpPr/>
            <p:nvPr/>
          </p:nvSpPr>
          <p:spPr>
            <a:xfrm>
              <a:off x="87042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5"/>
            <p:cNvSpPr/>
            <p:nvPr/>
          </p:nvSpPr>
          <p:spPr>
            <a:xfrm>
              <a:off x="87042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5"/>
            <p:cNvSpPr/>
            <p:nvPr/>
          </p:nvSpPr>
          <p:spPr>
            <a:xfrm>
              <a:off x="108805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5"/>
            <p:cNvSpPr/>
            <p:nvPr/>
          </p:nvSpPr>
          <p:spPr>
            <a:xfrm>
              <a:off x="108805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5"/>
            <p:cNvSpPr/>
            <p:nvPr/>
          </p:nvSpPr>
          <p:spPr>
            <a:xfrm>
              <a:off x="108805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5"/>
            <p:cNvSpPr/>
            <p:nvPr/>
          </p:nvSpPr>
          <p:spPr>
            <a:xfrm>
              <a:off x="108805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5"/>
            <p:cNvSpPr/>
            <p:nvPr/>
          </p:nvSpPr>
          <p:spPr>
            <a:xfrm>
              <a:off x="108805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5"/>
            <p:cNvSpPr/>
            <p:nvPr/>
          </p:nvSpPr>
          <p:spPr>
            <a:xfrm>
              <a:off x="108805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5"/>
            <p:cNvSpPr/>
            <p:nvPr/>
          </p:nvSpPr>
          <p:spPr>
            <a:xfrm>
              <a:off x="108805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5"/>
            <p:cNvSpPr/>
            <p:nvPr/>
          </p:nvSpPr>
          <p:spPr>
            <a:xfrm>
              <a:off x="108805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5"/>
            <p:cNvSpPr/>
            <p:nvPr/>
          </p:nvSpPr>
          <p:spPr>
            <a:xfrm>
              <a:off x="108805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5"/>
            <p:cNvSpPr/>
            <p:nvPr/>
          </p:nvSpPr>
          <p:spPr>
            <a:xfrm>
              <a:off x="108805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5"/>
            <p:cNvSpPr/>
            <p:nvPr/>
          </p:nvSpPr>
          <p:spPr>
            <a:xfrm>
              <a:off x="108805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5"/>
            <p:cNvSpPr/>
            <p:nvPr/>
          </p:nvSpPr>
          <p:spPr>
            <a:xfrm>
              <a:off x="108805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5"/>
            <p:cNvSpPr/>
            <p:nvPr/>
          </p:nvSpPr>
          <p:spPr>
            <a:xfrm>
              <a:off x="108804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5"/>
            <p:cNvSpPr/>
            <p:nvPr/>
          </p:nvSpPr>
          <p:spPr>
            <a:xfrm>
              <a:off x="108804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5"/>
            <p:cNvSpPr/>
            <p:nvPr/>
          </p:nvSpPr>
          <p:spPr>
            <a:xfrm>
              <a:off x="108804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5"/>
            <p:cNvSpPr/>
            <p:nvPr/>
          </p:nvSpPr>
          <p:spPr>
            <a:xfrm>
              <a:off x="108804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5"/>
            <p:cNvSpPr/>
            <p:nvPr/>
          </p:nvSpPr>
          <p:spPr>
            <a:xfrm>
              <a:off x="108804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5"/>
            <p:cNvSpPr/>
            <p:nvPr/>
          </p:nvSpPr>
          <p:spPr>
            <a:xfrm>
              <a:off x="108804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5"/>
            <p:cNvSpPr/>
            <p:nvPr/>
          </p:nvSpPr>
          <p:spPr>
            <a:xfrm>
              <a:off x="108802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5"/>
            <p:cNvSpPr/>
            <p:nvPr/>
          </p:nvSpPr>
          <p:spPr>
            <a:xfrm>
              <a:off x="108802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5"/>
            <p:cNvSpPr/>
            <p:nvPr/>
          </p:nvSpPr>
          <p:spPr>
            <a:xfrm>
              <a:off x="13056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5"/>
            <p:cNvSpPr/>
            <p:nvPr/>
          </p:nvSpPr>
          <p:spPr>
            <a:xfrm>
              <a:off x="13056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5"/>
            <p:cNvSpPr/>
            <p:nvPr/>
          </p:nvSpPr>
          <p:spPr>
            <a:xfrm>
              <a:off x="13056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5"/>
            <p:cNvSpPr/>
            <p:nvPr/>
          </p:nvSpPr>
          <p:spPr>
            <a:xfrm>
              <a:off x="13056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5"/>
            <p:cNvSpPr/>
            <p:nvPr/>
          </p:nvSpPr>
          <p:spPr>
            <a:xfrm>
              <a:off x="13056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5"/>
            <p:cNvSpPr/>
            <p:nvPr/>
          </p:nvSpPr>
          <p:spPr>
            <a:xfrm>
              <a:off x="13056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5"/>
            <p:cNvSpPr/>
            <p:nvPr/>
          </p:nvSpPr>
          <p:spPr>
            <a:xfrm>
              <a:off x="13056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5"/>
            <p:cNvSpPr/>
            <p:nvPr/>
          </p:nvSpPr>
          <p:spPr>
            <a:xfrm>
              <a:off x="13056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5"/>
            <p:cNvSpPr/>
            <p:nvPr/>
          </p:nvSpPr>
          <p:spPr>
            <a:xfrm>
              <a:off x="13056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5"/>
            <p:cNvSpPr/>
            <p:nvPr/>
          </p:nvSpPr>
          <p:spPr>
            <a:xfrm>
              <a:off x="13056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5"/>
            <p:cNvSpPr/>
            <p:nvPr/>
          </p:nvSpPr>
          <p:spPr>
            <a:xfrm>
              <a:off x="13056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5"/>
            <p:cNvSpPr/>
            <p:nvPr/>
          </p:nvSpPr>
          <p:spPr>
            <a:xfrm>
              <a:off x="13056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5"/>
            <p:cNvSpPr/>
            <p:nvPr/>
          </p:nvSpPr>
          <p:spPr>
            <a:xfrm>
              <a:off x="13056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5"/>
            <p:cNvSpPr/>
            <p:nvPr/>
          </p:nvSpPr>
          <p:spPr>
            <a:xfrm>
              <a:off x="13056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5"/>
            <p:cNvSpPr/>
            <p:nvPr/>
          </p:nvSpPr>
          <p:spPr>
            <a:xfrm>
              <a:off x="13056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5"/>
            <p:cNvSpPr/>
            <p:nvPr/>
          </p:nvSpPr>
          <p:spPr>
            <a:xfrm>
              <a:off x="13056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5"/>
            <p:cNvSpPr/>
            <p:nvPr/>
          </p:nvSpPr>
          <p:spPr>
            <a:xfrm>
              <a:off x="13056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5"/>
            <p:cNvSpPr/>
            <p:nvPr/>
          </p:nvSpPr>
          <p:spPr>
            <a:xfrm>
              <a:off x="13056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5"/>
            <p:cNvSpPr/>
            <p:nvPr/>
          </p:nvSpPr>
          <p:spPr>
            <a:xfrm>
              <a:off x="130563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5"/>
            <p:cNvSpPr/>
            <p:nvPr/>
          </p:nvSpPr>
          <p:spPr>
            <a:xfrm>
              <a:off x="130563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5"/>
            <p:cNvSpPr/>
            <p:nvPr/>
          </p:nvSpPr>
          <p:spPr>
            <a:xfrm>
              <a:off x="155135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5"/>
            <p:cNvSpPr/>
            <p:nvPr/>
          </p:nvSpPr>
          <p:spPr>
            <a:xfrm>
              <a:off x="155135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5"/>
            <p:cNvSpPr/>
            <p:nvPr/>
          </p:nvSpPr>
          <p:spPr>
            <a:xfrm>
              <a:off x="155135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5"/>
            <p:cNvSpPr/>
            <p:nvPr/>
          </p:nvSpPr>
          <p:spPr>
            <a:xfrm>
              <a:off x="155135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5"/>
            <p:cNvSpPr/>
            <p:nvPr/>
          </p:nvSpPr>
          <p:spPr>
            <a:xfrm>
              <a:off x="155135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5"/>
            <p:cNvSpPr/>
            <p:nvPr/>
          </p:nvSpPr>
          <p:spPr>
            <a:xfrm>
              <a:off x="155135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5"/>
            <p:cNvSpPr/>
            <p:nvPr/>
          </p:nvSpPr>
          <p:spPr>
            <a:xfrm>
              <a:off x="155135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5"/>
            <p:cNvSpPr/>
            <p:nvPr/>
          </p:nvSpPr>
          <p:spPr>
            <a:xfrm>
              <a:off x="155135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5"/>
            <p:cNvSpPr/>
            <p:nvPr/>
          </p:nvSpPr>
          <p:spPr>
            <a:xfrm>
              <a:off x="155135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5"/>
            <p:cNvSpPr/>
            <p:nvPr/>
          </p:nvSpPr>
          <p:spPr>
            <a:xfrm>
              <a:off x="155135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5"/>
            <p:cNvSpPr/>
            <p:nvPr/>
          </p:nvSpPr>
          <p:spPr>
            <a:xfrm>
              <a:off x="155135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5"/>
            <p:cNvSpPr/>
            <p:nvPr/>
          </p:nvSpPr>
          <p:spPr>
            <a:xfrm>
              <a:off x="155135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5"/>
            <p:cNvSpPr/>
            <p:nvPr/>
          </p:nvSpPr>
          <p:spPr>
            <a:xfrm>
              <a:off x="15513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5"/>
            <p:cNvSpPr/>
            <p:nvPr/>
          </p:nvSpPr>
          <p:spPr>
            <a:xfrm>
              <a:off x="15513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5"/>
            <p:cNvSpPr/>
            <p:nvPr/>
          </p:nvSpPr>
          <p:spPr>
            <a:xfrm>
              <a:off x="15513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5"/>
            <p:cNvSpPr/>
            <p:nvPr/>
          </p:nvSpPr>
          <p:spPr>
            <a:xfrm>
              <a:off x="15513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5"/>
            <p:cNvSpPr/>
            <p:nvPr/>
          </p:nvSpPr>
          <p:spPr>
            <a:xfrm>
              <a:off x="15513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5"/>
            <p:cNvSpPr/>
            <p:nvPr/>
          </p:nvSpPr>
          <p:spPr>
            <a:xfrm>
              <a:off x="15513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5"/>
            <p:cNvSpPr/>
            <p:nvPr/>
          </p:nvSpPr>
          <p:spPr>
            <a:xfrm>
              <a:off x="15513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5"/>
            <p:cNvSpPr/>
            <p:nvPr/>
          </p:nvSpPr>
          <p:spPr>
            <a:xfrm>
              <a:off x="15513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5"/>
            <p:cNvSpPr/>
            <p:nvPr/>
          </p:nvSpPr>
          <p:spPr>
            <a:xfrm>
              <a:off x="17970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5"/>
            <p:cNvSpPr/>
            <p:nvPr/>
          </p:nvSpPr>
          <p:spPr>
            <a:xfrm>
              <a:off x="17970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5"/>
            <p:cNvSpPr/>
            <p:nvPr/>
          </p:nvSpPr>
          <p:spPr>
            <a:xfrm>
              <a:off x="17970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5"/>
            <p:cNvSpPr/>
            <p:nvPr/>
          </p:nvSpPr>
          <p:spPr>
            <a:xfrm>
              <a:off x="17970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5"/>
            <p:cNvSpPr/>
            <p:nvPr/>
          </p:nvSpPr>
          <p:spPr>
            <a:xfrm>
              <a:off x="17970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5"/>
            <p:cNvSpPr/>
            <p:nvPr/>
          </p:nvSpPr>
          <p:spPr>
            <a:xfrm>
              <a:off x="17970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5"/>
            <p:cNvSpPr/>
            <p:nvPr/>
          </p:nvSpPr>
          <p:spPr>
            <a:xfrm>
              <a:off x="17970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5"/>
            <p:cNvSpPr/>
            <p:nvPr/>
          </p:nvSpPr>
          <p:spPr>
            <a:xfrm>
              <a:off x="17970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5"/>
            <p:cNvSpPr/>
            <p:nvPr/>
          </p:nvSpPr>
          <p:spPr>
            <a:xfrm>
              <a:off x="17970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5"/>
            <p:cNvSpPr/>
            <p:nvPr/>
          </p:nvSpPr>
          <p:spPr>
            <a:xfrm>
              <a:off x="17970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5"/>
            <p:cNvSpPr/>
            <p:nvPr/>
          </p:nvSpPr>
          <p:spPr>
            <a:xfrm>
              <a:off x="17970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5"/>
            <p:cNvSpPr/>
            <p:nvPr/>
          </p:nvSpPr>
          <p:spPr>
            <a:xfrm>
              <a:off x="17970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5"/>
            <p:cNvSpPr/>
            <p:nvPr/>
          </p:nvSpPr>
          <p:spPr>
            <a:xfrm>
              <a:off x="17970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5"/>
            <p:cNvSpPr/>
            <p:nvPr/>
          </p:nvSpPr>
          <p:spPr>
            <a:xfrm>
              <a:off x="17970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5"/>
            <p:cNvSpPr/>
            <p:nvPr/>
          </p:nvSpPr>
          <p:spPr>
            <a:xfrm>
              <a:off x="17970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5"/>
            <p:cNvSpPr/>
            <p:nvPr/>
          </p:nvSpPr>
          <p:spPr>
            <a:xfrm>
              <a:off x="17970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5"/>
            <p:cNvSpPr/>
            <p:nvPr/>
          </p:nvSpPr>
          <p:spPr>
            <a:xfrm>
              <a:off x="17970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5"/>
            <p:cNvSpPr/>
            <p:nvPr/>
          </p:nvSpPr>
          <p:spPr>
            <a:xfrm>
              <a:off x="17970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5"/>
            <p:cNvSpPr/>
            <p:nvPr/>
          </p:nvSpPr>
          <p:spPr>
            <a:xfrm>
              <a:off x="17970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5"/>
            <p:cNvSpPr/>
            <p:nvPr/>
          </p:nvSpPr>
          <p:spPr>
            <a:xfrm>
              <a:off x="17970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5"/>
            <p:cNvSpPr/>
            <p:nvPr/>
          </p:nvSpPr>
          <p:spPr>
            <a:xfrm>
              <a:off x="20427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5"/>
            <p:cNvSpPr/>
            <p:nvPr/>
          </p:nvSpPr>
          <p:spPr>
            <a:xfrm>
              <a:off x="20427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5"/>
            <p:cNvSpPr/>
            <p:nvPr/>
          </p:nvSpPr>
          <p:spPr>
            <a:xfrm>
              <a:off x="20427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5"/>
            <p:cNvSpPr/>
            <p:nvPr/>
          </p:nvSpPr>
          <p:spPr>
            <a:xfrm>
              <a:off x="20427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5"/>
            <p:cNvSpPr/>
            <p:nvPr/>
          </p:nvSpPr>
          <p:spPr>
            <a:xfrm>
              <a:off x="20427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5"/>
            <p:cNvSpPr/>
            <p:nvPr/>
          </p:nvSpPr>
          <p:spPr>
            <a:xfrm>
              <a:off x="20427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5"/>
            <p:cNvSpPr/>
            <p:nvPr/>
          </p:nvSpPr>
          <p:spPr>
            <a:xfrm>
              <a:off x="20427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5"/>
            <p:cNvSpPr/>
            <p:nvPr/>
          </p:nvSpPr>
          <p:spPr>
            <a:xfrm>
              <a:off x="20427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5"/>
            <p:cNvSpPr/>
            <p:nvPr/>
          </p:nvSpPr>
          <p:spPr>
            <a:xfrm>
              <a:off x="20427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5"/>
            <p:cNvSpPr/>
            <p:nvPr/>
          </p:nvSpPr>
          <p:spPr>
            <a:xfrm>
              <a:off x="20427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5"/>
            <p:cNvSpPr/>
            <p:nvPr/>
          </p:nvSpPr>
          <p:spPr>
            <a:xfrm>
              <a:off x="20427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5"/>
            <p:cNvSpPr/>
            <p:nvPr/>
          </p:nvSpPr>
          <p:spPr>
            <a:xfrm>
              <a:off x="20427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5"/>
            <p:cNvSpPr/>
            <p:nvPr/>
          </p:nvSpPr>
          <p:spPr>
            <a:xfrm>
              <a:off x="204273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5"/>
            <p:cNvSpPr/>
            <p:nvPr/>
          </p:nvSpPr>
          <p:spPr>
            <a:xfrm>
              <a:off x="204273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5"/>
            <p:cNvSpPr/>
            <p:nvPr/>
          </p:nvSpPr>
          <p:spPr>
            <a:xfrm>
              <a:off x="204273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5"/>
            <p:cNvSpPr/>
            <p:nvPr/>
          </p:nvSpPr>
          <p:spPr>
            <a:xfrm>
              <a:off x="204273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5"/>
            <p:cNvSpPr/>
            <p:nvPr/>
          </p:nvSpPr>
          <p:spPr>
            <a:xfrm>
              <a:off x="204273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5"/>
            <p:cNvSpPr/>
            <p:nvPr/>
          </p:nvSpPr>
          <p:spPr>
            <a:xfrm>
              <a:off x="204273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5"/>
            <p:cNvSpPr/>
            <p:nvPr/>
          </p:nvSpPr>
          <p:spPr>
            <a:xfrm>
              <a:off x="20427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5"/>
            <p:cNvSpPr/>
            <p:nvPr/>
          </p:nvSpPr>
          <p:spPr>
            <a:xfrm>
              <a:off x="20427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5"/>
            <p:cNvSpPr/>
            <p:nvPr/>
          </p:nvSpPr>
          <p:spPr>
            <a:xfrm>
              <a:off x="22884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5"/>
            <p:cNvSpPr/>
            <p:nvPr/>
          </p:nvSpPr>
          <p:spPr>
            <a:xfrm>
              <a:off x="22884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5"/>
            <p:cNvSpPr/>
            <p:nvPr/>
          </p:nvSpPr>
          <p:spPr>
            <a:xfrm>
              <a:off x="22884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5"/>
            <p:cNvSpPr/>
            <p:nvPr/>
          </p:nvSpPr>
          <p:spPr>
            <a:xfrm>
              <a:off x="22884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5"/>
            <p:cNvSpPr/>
            <p:nvPr/>
          </p:nvSpPr>
          <p:spPr>
            <a:xfrm>
              <a:off x="22884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5"/>
            <p:cNvSpPr/>
            <p:nvPr/>
          </p:nvSpPr>
          <p:spPr>
            <a:xfrm>
              <a:off x="22884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5"/>
            <p:cNvSpPr/>
            <p:nvPr/>
          </p:nvSpPr>
          <p:spPr>
            <a:xfrm>
              <a:off x="22884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5"/>
            <p:cNvSpPr/>
            <p:nvPr/>
          </p:nvSpPr>
          <p:spPr>
            <a:xfrm>
              <a:off x="22884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5"/>
            <p:cNvSpPr/>
            <p:nvPr/>
          </p:nvSpPr>
          <p:spPr>
            <a:xfrm>
              <a:off x="22884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5"/>
            <p:cNvSpPr/>
            <p:nvPr/>
          </p:nvSpPr>
          <p:spPr>
            <a:xfrm>
              <a:off x="22884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5"/>
            <p:cNvSpPr/>
            <p:nvPr/>
          </p:nvSpPr>
          <p:spPr>
            <a:xfrm>
              <a:off x="22884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5"/>
            <p:cNvSpPr/>
            <p:nvPr/>
          </p:nvSpPr>
          <p:spPr>
            <a:xfrm>
              <a:off x="22884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5"/>
            <p:cNvSpPr/>
            <p:nvPr/>
          </p:nvSpPr>
          <p:spPr>
            <a:xfrm>
              <a:off x="22884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5"/>
            <p:cNvSpPr/>
            <p:nvPr/>
          </p:nvSpPr>
          <p:spPr>
            <a:xfrm>
              <a:off x="22884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5"/>
            <p:cNvSpPr/>
            <p:nvPr/>
          </p:nvSpPr>
          <p:spPr>
            <a:xfrm>
              <a:off x="22884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5"/>
            <p:cNvSpPr/>
            <p:nvPr/>
          </p:nvSpPr>
          <p:spPr>
            <a:xfrm>
              <a:off x="22884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5"/>
            <p:cNvSpPr/>
            <p:nvPr/>
          </p:nvSpPr>
          <p:spPr>
            <a:xfrm>
              <a:off x="22884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5"/>
            <p:cNvSpPr/>
            <p:nvPr/>
          </p:nvSpPr>
          <p:spPr>
            <a:xfrm>
              <a:off x="22884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5"/>
            <p:cNvSpPr/>
            <p:nvPr/>
          </p:nvSpPr>
          <p:spPr>
            <a:xfrm>
              <a:off x="228841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5"/>
            <p:cNvSpPr/>
            <p:nvPr/>
          </p:nvSpPr>
          <p:spPr>
            <a:xfrm>
              <a:off x="228841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5"/>
            <p:cNvSpPr/>
            <p:nvPr/>
          </p:nvSpPr>
          <p:spPr>
            <a:xfrm>
              <a:off x="253413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5"/>
            <p:cNvSpPr/>
            <p:nvPr/>
          </p:nvSpPr>
          <p:spPr>
            <a:xfrm>
              <a:off x="253413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5"/>
            <p:cNvSpPr/>
            <p:nvPr/>
          </p:nvSpPr>
          <p:spPr>
            <a:xfrm>
              <a:off x="253413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5"/>
            <p:cNvSpPr/>
            <p:nvPr/>
          </p:nvSpPr>
          <p:spPr>
            <a:xfrm>
              <a:off x="253413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5"/>
            <p:cNvSpPr/>
            <p:nvPr/>
          </p:nvSpPr>
          <p:spPr>
            <a:xfrm>
              <a:off x="253413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5"/>
            <p:cNvSpPr/>
            <p:nvPr/>
          </p:nvSpPr>
          <p:spPr>
            <a:xfrm>
              <a:off x="253413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5"/>
            <p:cNvSpPr/>
            <p:nvPr/>
          </p:nvSpPr>
          <p:spPr>
            <a:xfrm>
              <a:off x="253413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5"/>
            <p:cNvSpPr/>
            <p:nvPr/>
          </p:nvSpPr>
          <p:spPr>
            <a:xfrm>
              <a:off x="253413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5"/>
            <p:cNvSpPr/>
            <p:nvPr/>
          </p:nvSpPr>
          <p:spPr>
            <a:xfrm>
              <a:off x="253413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5"/>
            <p:cNvSpPr/>
            <p:nvPr/>
          </p:nvSpPr>
          <p:spPr>
            <a:xfrm>
              <a:off x="253413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5"/>
            <p:cNvSpPr/>
            <p:nvPr/>
          </p:nvSpPr>
          <p:spPr>
            <a:xfrm>
              <a:off x="253413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5"/>
            <p:cNvSpPr/>
            <p:nvPr/>
          </p:nvSpPr>
          <p:spPr>
            <a:xfrm>
              <a:off x="253413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5"/>
            <p:cNvSpPr/>
            <p:nvPr/>
          </p:nvSpPr>
          <p:spPr>
            <a:xfrm>
              <a:off x="25341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5"/>
            <p:cNvSpPr/>
            <p:nvPr/>
          </p:nvSpPr>
          <p:spPr>
            <a:xfrm>
              <a:off x="25341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5"/>
            <p:cNvSpPr/>
            <p:nvPr/>
          </p:nvSpPr>
          <p:spPr>
            <a:xfrm>
              <a:off x="25341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5"/>
            <p:cNvSpPr/>
            <p:nvPr/>
          </p:nvSpPr>
          <p:spPr>
            <a:xfrm>
              <a:off x="25341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5"/>
            <p:cNvSpPr/>
            <p:nvPr/>
          </p:nvSpPr>
          <p:spPr>
            <a:xfrm>
              <a:off x="25341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5"/>
            <p:cNvSpPr/>
            <p:nvPr/>
          </p:nvSpPr>
          <p:spPr>
            <a:xfrm>
              <a:off x="25341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5"/>
            <p:cNvSpPr/>
            <p:nvPr/>
          </p:nvSpPr>
          <p:spPr>
            <a:xfrm>
              <a:off x="25341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5"/>
            <p:cNvSpPr/>
            <p:nvPr/>
          </p:nvSpPr>
          <p:spPr>
            <a:xfrm>
              <a:off x="25341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5"/>
            <p:cNvSpPr/>
            <p:nvPr/>
          </p:nvSpPr>
          <p:spPr>
            <a:xfrm>
              <a:off x="27798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5"/>
            <p:cNvSpPr/>
            <p:nvPr/>
          </p:nvSpPr>
          <p:spPr>
            <a:xfrm>
              <a:off x="27798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5"/>
            <p:cNvSpPr/>
            <p:nvPr/>
          </p:nvSpPr>
          <p:spPr>
            <a:xfrm>
              <a:off x="27798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5"/>
            <p:cNvSpPr/>
            <p:nvPr/>
          </p:nvSpPr>
          <p:spPr>
            <a:xfrm>
              <a:off x="27798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5"/>
            <p:cNvSpPr/>
            <p:nvPr/>
          </p:nvSpPr>
          <p:spPr>
            <a:xfrm>
              <a:off x="27798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5"/>
            <p:cNvSpPr/>
            <p:nvPr/>
          </p:nvSpPr>
          <p:spPr>
            <a:xfrm>
              <a:off x="27798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5"/>
            <p:cNvSpPr/>
            <p:nvPr/>
          </p:nvSpPr>
          <p:spPr>
            <a:xfrm>
              <a:off x="27798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5"/>
            <p:cNvSpPr/>
            <p:nvPr/>
          </p:nvSpPr>
          <p:spPr>
            <a:xfrm>
              <a:off x="27798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5"/>
            <p:cNvSpPr/>
            <p:nvPr/>
          </p:nvSpPr>
          <p:spPr>
            <a:xfrm>
              <a:off x="27798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5"/>
            <p:cNvSpPr/>
            <p:nvPr/>
          </p:nvSpPr>
          <p:spPr>
            <a:xfrm>
              <a:off x="27798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5"/>
            <p:cNvSpPr/>
            <p:nvPr/>
          </p:nvSpPr>
          <p:spPr>
            <a:xfrm>
              <a:off x="27798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5"/>
            <p:cNvSpPr/>
            <p:nvPr/>
          </p:nvSpPr>
          <p:spPr>
            <a:xfrm>
              <a:off x="27798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5"/>
            <p:cNvSpPr/>
            <p:nvPr/>
          </p:nvSpPr>
          <p:spPr>
            <a:xfrm>
              <a:off x="27798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5"/>
            <p:cNvSpPr/>
            <p:nvPr/>
          </p:nvSpPr>
          <p:spPr>
            <a:xfrm>
              <a:off x="27798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5"/>
            <p:cNvSpPr/>
            <p:nvPr/>
          </p:nvSpPr>
          <p:spPr>
            <a:xfrm>
              <a:off x="27798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5"/>
            <p:cNvSpPr/>
            <p:nvPr/>
          </p:nvSpPr>
          <p:spPr>
            <a:xfrm>
              <a:off x="27798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5"/>
            <p:cNvSpPr/>
            <p:nvPr/>
          </p:nvSpPr>
          <p:spPr>
            <a:xfrm>
              <a:off x="27798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5"/>
            <p:cNvSpPr/>
            <p:nvPr/>
          </p:nvSpPr>
          <p:spPr>
            <a:xfrm>
              <a:off x="27798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5"/>
            <p:cNvSpPr/>
            <p:nvPr/>
          </p:nvSpPr>
          <p:spPr>
            <a:xfrm>
              <a:off x="27798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5"/>
            <p:cNvSpPr/>
            <p:nvPr/>
          </p:nvSpPr>
          <p:spPr>
            <a:xfrm>
              <a:off x="27798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5"/>
            <p:cNvSpPr/>
            <p:nvPr/>
          </p:nvSpPr>
          <p:spPr>
            <a:xfrm>
              <a:off x="30255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5"/>
            <p:cNvSpPr/>
            <p:nvPr/>
          </p:nvSpPr>
          <p:spPr>
            <a:xfrm>
              <a:off x="30255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5"/>
            <p:cNvSpPr/>
            <p:nvPr/>
          </p:nvSpPr>
          <p:spPr>
            <a:xfrm>
              <a:off x="30255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5"/>
            <p:cNvSpPr/>
            <p:nvPr/>
          </p:nvSpPr>
          <p:spPr>
            <a:xfrm>
              <a:off x="30255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5"/>
            <p:cNvSpPr/>
            <p:nvPr/>
          </p:nvSpPr>
          <p:spPr>
            <a:xfrm>
              <a:off x="30255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5"/>
            <p:cNvSpPr/>
            <p:nvPr/>
          </p:nvSpPr>
          <p:spPr>
            <a:xfrm>
              <a:off x="30255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5"/>
            <p:cNvSpPr/>
            <p:nvPr/>
          </p:nvSpPr>
          <p:spPr>
            <a:xfrm>
              <a:off x="30255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5"/>
            <p:cNvSpPr/>
            <p:nvPr/>
          </p:nvSpPr>
          <p:spPr>
            <a:xfrm>
              <a:off x="30255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5"/>
            <p:cNvSpPr/>
            <p:nvPr/>
          </p:nvSpPr>
          <p:spPr>
            <a:xfrm>
              <a:off x="30255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5"/>
            <p:cNvSpPr/>
            <p:nvPr/>
          </p:nvSpPr>
          <p:spPr>
            <a:xfrm>
              <a:off x="30255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5"/>
            <p:cNvSpPr/>
            <p:nvPr/>
          </p:nvSpPr>
          <p:spPr>
            <a:xfrm>
              <a:off x="30255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5"/>
            <p:cNvSpPr/>
            <p:nvPr/>
          </p:nvSpPr>
          <p:spPr>
            <a:xfrm>
              <a:off x="30255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5"/>
            <p:cNvSpPr/>
            <p:nvPr/>
          </p:nvSpPr>
          <p:spPr>
            <a:xfrm>
              <a:off x="302551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5"/>
            <p:cNvSpPr/>
            <p:nvPr/>
          </p:nvSpPr>
          <p:spPr>
            <a:xfrm>
              <a:off x="302551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5"/>
            <p:cNvSpPr/>
            <p:nvPr/>
          </p:nvSpPr>
          <p:spPr>
            <a:xfrm>
              <a:off x="302551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5"/>
            <p:cNvSpPr/>
            <p:nvPr/>
          </p:nvSpPr>
          <p:spPr>
            <a:xfrm>
              <a:off x="302551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5"/>
            <p:cNvSpPr/>
            <p:nvPr/>
          </p:nvSpPr>
          <p:spPr>
            <a:xfrm>
              <a:off x="302551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5"/>
            <p:cNvSpPr/>
            <p:nvPr/>
          </p:nvSpPr>
          <p:spPr>
            <a:xfrm>
              <a:off x="302551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5"/>
            <p:cNvSpPr/>
            <p:nvPr/>
          </p:nvSpPr>
          <p:spPr>
            <a:xfrm>
              <a:off x="30255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5"/>
            <p:cNvSpPr/>
            <p:nvPr/>
          </p:nvSpPr>
          <p:spPr>
            <a:xfrm>
              <a:off x="30255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5"/>
            <p:cNvSpPr/>
            <p:nvPr/>
          </p:nvSpPr>
          <p:spPr>
            <a:xfrm>
              <a:off x="32712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5"/>
            <p:cNvSpPr/>
            <p:nvPr/>
          </p:nvSpPr>
          <p:spPr>
            <a:xfrm>
              <a:off x="32712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5"/>
            <p:cNvSpPr/>
            <p:nvPr/>
          </p:nvSpPr>
          <p:spPr>
            <a:xfrm>
              <a:off x="32712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5"/>
            <p:cNvSpPr/>
            <p:nvPr/>
          </p:nvSpPr>
          <p:spPr>
            <a:xfrm>
              <a:off x="32712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5"/>
            <p:cNvSpPr/>
            <p:nvPr/>
          </p:nvSpPr>
          <p:spPr>
            <a:xfrm>
              <a:off x="32712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5"/>
            <p:cNvSpPr/>
            <p:nvPr/>
          </p:nvSpPr>
          <p:spPr>
            <a:xfrm>
              <a:off x="32712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5"/>
            <p:cNvSpPr/>
            <p:nvPr/>
          </p:nvSpPr>
          <p:spPr>
            <a:xfrm>
              <a:off x="32712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5"/>
            <p:cNvSpPr/>
            <p:nvPr/>
          </p:nvSpPr>
          <p:spPr>
            <a:xfrm>
              <a:off x="32712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5"/>
            <p:cNvSpPr/>
            <p:nvPr/>
          </p:nvSpPr>
          <p:spPr>
            <a:xfrm>
              <a:off x="32712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5"/>
            <p:cNvSpPr/>
            <p:nvPr/>
          </p:nvSpPr>
          <p:spPr>
            <a:xfrm>
              <a:off x="32712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5"/>
            <p:cNvSpPr/>
            <p:nvPr/>
          </p:nvSpPr>
          <p:spPr>
            <a:xfrm>
              <a:off x="32712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5"/>
            <p:cNvSpPr/>
            <p:nvPr/>
          </p:nvSpPr>
          <p:spPr>
            <a:xfrm>
              <a:off x="32712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5"/>
            <p:cNvSpPr/>
            <p:nvPr/>
          </p:nvSpPr>
          <p:spPr>
            <a:xfrm>
              <a:off x="32712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5"/>
            <p:cNvSpPr/>
            <p:nvPr/>
          </p:nvSpPr>
          <p:spPr>
            <a:xfrm>
              <a:off x="32712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5"/>
            <p:cNvSpPr/>
            <p:nvPr/>
          </p:nvSpPr>
          <p:spPr>
            <a:xfrm>
              <a:off x="32712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5"/>
            <p:cNvSpPr/>
            <p:nvPr/>
          </p:nvSpPr>
          <p:spPr>
            <a:xfrm>
              <a:off x="32712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5"/>
            <p:cNvSpPr/>
            <p:nvPr/>
          </p:nvSpPr>
          <p:spPr>
            <a:xfrm>
              <a:off x="32712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5"/>
            <p:cNvSpPr/>
            <p:nvPr/>
          </p:nvSpPr>
          <p:spPr>
            <a:xfrm>
              <a:off x="32712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5"/>
            <p:cNvSpPr/>
            <p:nvPr/>
          </p:nvSpPr>
          <p:spPr>
            <a:xfrm>
              <a:off x="327119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5"/>
            <p:cNvSpPr/>
            <p:nvPr/>
          </p:nvSpPr>
          <p:spPr>
            <a:xfrm>
              <a:off x="327119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5"/>
            <p:cNvSpPr/>
            <p:nvPr/>
          </p:nvSpPr>
          <p:spPr>
            <a:xfrm>
              <a:off x="351691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5"/>
            <p:cNvSpPr/>
            <p:nvPr/>
          </p:nvSpPr>
          <p:spPr>
            <a:xfrm>
              <a:off x="351691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5"/>
            <p:cNvSpPr/>
            <p:nvPr/>
          </p:nvSpPr>
          <p:spPr>
            <a:xfrm>
              <a:off x="351691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5"/>
            <p:cNvSpPr/>
            <p:nvPr/>
          </p:nvSpPr>
          <p:spPr>
            <a:xfrm>
              <a:off x="351691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5"/>
            <p:cNvSpPr/>
            <p:nvPr/>
          </p:nvSpPr>
          <p:spPr>
            <a:xfrm>
              <a:off x="351691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5"/>
            <p:cNvSpPr/>
            <p:nvPr/>
          </p:nvSpPr>
          <p:spPr>
            <a:xfrm>
              <a:off x="351691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5"/>
            <p:cNvSpPr/>
            <p:nvPr/>
          </p:nvSpPr>
          <p:spPr>
            <a:xfrm>
              <a:off x="351691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5"/>
            <p:cNvSpPr/>
            <p:nvPr/>
          </p:nvSpPr>
          <p:spPr>
            <a:xfrm>
              <a:off x="351691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5"/>
            <p:cNvSpPr/>
            <p:nvPr/>
          </p:nvSpPr>
          <p:spPr>
            <a:xfrm>
              <a:off x="351691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5"/>
            <p:cNvSpPr/>
            <p:nvPr/>
          </p:nvSpPr>
          <p:spPr>
            <a:xfrm>
              <a:off x="351691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5"/>
            <p:cNvSpPr/>
            <p:nvPr/>
          </p:nvSpPr>
          <p:spPr>
            <a:xfrm>
              <a:off x="351691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5"/>
            <p:cNvSpPr/>
            <p:nvPr/>
          </p:nvSpPr>
          <p:spPr>
            <a:xfrm>
              <a:off x="351691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5"/>
            <p:cNvSpPr/>
            <p:nvPr/>
          </p:nvSpPr>
          <p:spPr>
            <a:xfrm>
              <a:off x="35169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5"/>
            <p:cNvSpPr/>
            <p:nvPr/>
          </p:nvSpPr>
          <p:spPr>
            <a:xfrm>
              <a:off x="35169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5"/>
            <p:cNvSpPr/>
            <p:nvPr/>
          </p:nvSpPr>
          <p:spPr>
            <a:xfrm>
              <a:off x="35169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5"/>
            <p:cNvSpPr/>
            <p:nvPr/>
          </p:nvSpPr>
          <p:spPr>
            <a:xfrm>
              <a:off x="35169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5"/>
            <p:cNvSpPr/>
            <p:nvPr/>
          </p:nvSpPr>
          <p:spPr>
            <a:xfrm>
              <a:off x="35169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5"/>
            <p:cNvSpPr/>
            <p:nvPr/>
          </p:nvSpPr>
          <p:spPr>
            <a:xfrm>
              <a:off x="35169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5"/>
            <p:cNvSpPr/>
            <p:nvPr/>
          </p:nvSpPr>
          <p:spPr>
            <a:xfrm>
              <a:off x="35168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5"/>
            <p:cNvSpPr/>
            <p:nvPr/>
          </p:nvSpPr>
          <p:spPr>
            <a:xfrm>
              <a:off x="35168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5"/>
            <p:cNvSpPr/>
            <p:nvPr/>
          </p:nvSpPr>
          <p:spPr>
            <a:xfrm>
              <a:off x="37626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5"/>
            <p:cNvSpPr/>
            <p:nvPr/>
          </p:nvSpPr>
          <p:spPr>
            <a:xfrm>
              <a:off x="37626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5"/>
            <p:cNvSpPr/>
            <p:nvPr/>
          </p:nvSpPr>
          <p:spPr>
            <a:xfrm>
              <a:off x="37626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5"/>
            <p:cNvSpPr/>
            <p:nvPr/>
          </p:nvSpPr>
          <p:spPr>
            <a:xfrm>
              <a:off x="37626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5"/>
            <p:cNvSpPr/>
            <p:nvPr/>
          </p:nvSpPr>
          <p:spPr>
            <a:xfrm>
              <a:off x="37626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5"/>
            <p:cNvSpPr/>
            <p:nvPr/>
          </p:nvSpPr>
          <p:spPr>
            <a:xfrm>
              <a:off x="37626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5"/>
            <p:cNvSpPr/>
            <p:nvPr/>
          </p:nvSpPr>
          <p:spPr>
            <a:xfrm>
              <a:off x="37626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5"/>
            <p:cNvSpPr/>
            <p:nvPr/>
          </p:nvSpPr>
          <p:spPr>
            <a:xfrm>
              <a:off x="37626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5"/>
            <p:cNvSpPr/>
            <p:nvPr/>
          </p:nvSpPr>
          <p:spPr>
            <a:xfrm>
              <a:off x="37626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5"/>
            <p:cNvSpPr/>
            <p:nvPr/>
          </p:nvSpPr>
          <p:spPr>
            <a:xfrm>
              <a:off x="37626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5"/>
            <p:cNvSpPr/>
            <p:nvPr/>
          </p:nvSpPr>
          <p:spPr>
            <a:xfrm>
              <a:off x="37626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5"/>
            <p:cNvSpPr/>
            <p:nvPr/>
          </p:nvSpPr>
          <p:spPr>
            <a:xfrm>
              <a:off x="37626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5"/>
            <p:cNvSpPr/>
            <p:nvPr/>
          </p:nvSpPr>
          <p:spPr>
            <a:xfrm>
              <a:off x="37626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5"/>
            <p:cNvSpPr/>
            <p:nvPr/>
          </p:nvSpPr>
          <p:spPr>
            <a:xfrm>
              <a:off x="37626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5"/>
            <p:cNvSpPr/>
            <p:nvPr/>
          </p:nvSpPr>
          <p:spPr>
            <a:xfrm>
              <a:off x="37626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5"/>
            <p:cNvSpPr/>
            <p:nvPr/>
          </p:nvSpPr>
          <p:spPr>
            <a:xfrm>
              <a:off x="37626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5"/>
            <p:cNvSpPr/>
            <p:nvPr/>
          </p:nvSpPr>
          <p:spPr>
            <a:xfrm>
              <a:off x="37626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5"/>
            <p:cNvSpPr/>
            <p:nvPr/>
          </p:nvSpPr>
          <p:spPr>
            <a:xfrm>
              <a:off x="37626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5"/>
            <p:cNvSpPr/>
            <p:nvPr/>
          </p:nvSpPr>
          <p:spPr>
            <a:xfrm>
              <a:off x="37625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5"/>
            <p:cNvSpPr/>
            <p:nvPr/>
          </p:nvSpPr>
          <p:spPr>
            <a:xfrm>
              <a:off x="37625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5"/>
            <p:cNvSpPr/>
            <p:nvPr/>
          </p:nvSpPr>
          <p:spPr>
            <a:xfrm>
              <a:off x="400830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5"/>
            <p:cNvSpPr/>
            <p:nvPr/>
          </p:nvSpPr>
          <p:spPr>
            <a:xfrm>
              <a:off x="400830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5"/>
            <p:cNvSpPr/>
            <p:nvPr/>
          </p:nvSpPr>
          <p:spPr>
            <a:xfrm>
              <a:off x="400830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5"/>
            <p:cNvSpPr/>
            <p:nvPr/>
          </p:nvSpPr>
          <p:spPr>
            <a:xfrm>
              <a:off x="400830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5"/>
            <p:cNvSpPr/>
            <p:nvPr/>
          </p:nvSpPr>
          <p:spPr>
            <a:xfrm>
              <a:off x="400830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5"/>
            <p:cNvSpPr/>
            <p:nvPr/>
          </p:nvSpPr>
          <p:spPr>
            <a:xfrm>
              <a:off x="400830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5"/>
            <p:cNvSpPr/>
            <p:nvPr/>
          </p:nvSpPr>
          <p:spPr>
            <a:xfrm>
              <a:off x="400830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5"/>
            <p:cNvSpPr/>
            <p:nvPr/>
          </p:nvSpPr>
          <p:spPr>
            <a:xfrm>
              <a:off x="400830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5"/>
            <p:cNvSpPr/>
            <p:nvPr/>
          </p:nvSpPr>
          <p:spPr>
            <a:xfrm>
              <a:off x="400830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5"/>
            <p:cNvSpPr/>
            <p:nvPr/>
          </p:nvSpPr>
          <p:spPr>
            <a:xfrm>
              <a:off x="400830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5"/>
            <p:cNvSpPr/>
            <p:nvPr/>
          </p:nvSpPr>
          <p:spPr>
            <a:xfrm>
              <a:off x="400830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5"/>
            <p:cNvSpPr/>
            <p:nvPr/>
          </p:nvSpPr>
          <p:spPr>
            <a:xfrm>
              <a:off x="400830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5"/>
            <p:cNvSpPr/>
            <p:nvPr/>
          </p:nvSpPr>
          <p:spPr>
            <a:xfrm>
              <a:off x="400829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5"/>
            <p:cNvSpPr/>
            <p:nvPr/>
          </p:nvSpPr>
          <p:spPr>
            <a:xfrm>
              <a:off x="400829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5"/>
            <p:cNvSpPr/>
            <p:nvPr/>
          </p:nvSpPr>
          <p:spPr>
            <a:xfrm>
              <a:off x="400829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5"/>
            <p:cNvSpPr/>
            <p:nvPr/>
          </p:nvSpPr>
          <p:spPr>
            <a:xfrm>
              <a:off x="400829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5"/>
            <p:cNvSpPr/>
            <p:nvPr/>
          </p:nvSpPr>
          <p:spPr>
            <a:xfrm>
              <a:off x="400829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5"/>
            <p:cNvSpPr/>
            <p:nvPr/>
          </p:nvSpPr>
          <p:spPr>
            <a:xfrm>
              <a:off x="400829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5"/>
            <p:cNvSpPr/>
            <p:nvPr/>
          </p:nvSpPr>
          <p:spPr>
            <a:xfrm>
              <a:off x="400828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5"/>
            <p:cNvSpPr/>
            <p:nvPr/>
          </p:nvSpPr>
          <p:spPr>
            <a:xfrm>
              <a:off x="400828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5"/>
            <p:cNvSpPr/>
            <p:nvPr/>
          </p:nvSpPr>
          <p:spPr>
            <a:xfrm>
              <a:off x="425400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5"/>
            <p:cNvSpPr/>
            <p:nvPr/>
          </p:nvSpPr>
          <p:spPr>
            <a:xfrm>
              <a:off x="425400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5"/>
            <p:cNvSpPr/>
            <p:nvPr/>
          </p:nvSpPr>
          <p:spPr>
            <a:xfrm>
              <a:off x="425400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5"/>
            <p:cNvSpPr/>
            <p:nvPr/>
          </p:nvSpPr>
          <p:spPr>
            <a:xfrm>
              <a:off x="425400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5"/>
            <p:cNvSpPr/>
            <p:nvPr/>
          </p:nvSpPr>
          <p:spPr>
            <a:xfrm>
              <a:off x="425400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5"/>
            <p:cNvSpPr/>
            <p:nvPr/>
          </p:nvSpPr>
          <p:spPr>
            <a:xfrm>
              <a:off x="425400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5"/>
            <p:cNvSpPr/>
            <p:nvPr/>
          </p:nvSpPr>
          <p:spPr>
            <a:xfrm>
              <a:off x="425400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5"/>
            <p:cNvSpPr/>
            <p:nvPr/>
          </p:nvSpPr>
          <p:spPr>
            <a:xfrm>
              <a:off x="425400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5"/>
            <p:cNvSpPr/>
            <p:nvPr/>
          </p:nvSpPr>
          <p:spPr>
            <a:xfrm>
              <a:off x="425400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5"/>
            <p:cNvSpPr/>
            <p:nvPr/>
          </p:nvSpPr>
          <p:spPr>
            <a:xfrm>
              <a:off x="425400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5"/>
            <p:cNvSpPr/>
            <p:nvPr/>
          </p:nvSpPr>
          <p:spPr>
            <a:xfrm>
              <a:off x="425400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5"/>
            <p:cNvSpPr/>
            <p:nvPr/>
          </p:nvSpPr>
          <p:spPr>
            <a:xfrm>
              <a:off x="425400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5"/>
            <p:cNvSpPr/>
            <p:nvPr/>
          </p:nvSpPr>
          <p:spPr>
            <a:xfrm>
              <a:off x="425399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5"/>
            <p:cNvSpPr/>
            <p:nvPr/>
          </p:nvSpPr>
          <p:spPr>
            <a:xfrm>
              <a:off x="425399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5"/>
            <p:cNvSpPr/>
            <p:nvPr/>
          </p:nvSpPr>
          <p:spPr>
            <a:xfrm>
              <a:off x="425399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5"/>
            <p:cNvSpPr/>
            <p:nvPr/>
          </p:nvSpPr>
          <p:spPr>
            <a:xfrm>
              <a:off x="425399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5"/>
            <p:cNvSpPr/>
            <p:nvPr/>
          </p:nvSpPr>
          <p:spPr>
            <a:xfrm>
              <a:off x="425399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5"/>
            <p:cNvSpPr/>
            <p:nvPr/>
          </p:nvSpPr>
          <p:spPr>
            <a:xfrm>
              <a:off x="425399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5"/>
            <p:cNvSpPr/>
            <p:nvPr/>
          </p:nvSpPr>
          <p:spPr>
            <a:xfrm>
              <a:off x="425397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5"/>
            <p:cNvSpPr/>
            <p:nvPr/>
          </p:nvSpPr>
          <p:spPr>
            <a:xfrm>
              <a:off x="425397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5"/>
            <p:cNvSpPr/>
            <p:nvPr/>
          </p:nvSpPr>
          <p:spPr>
            <a:xfrm>
              <a:off x="449969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5"/>
            <p:cNvSpPr/>
            <p:nvPr/>
          </p:nvSpPr>
          <p:spPr>
            <a:xfrm>
              <a:off x="449969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5"/>
            <p:cNvSpPr/>
            <p:nvPr/>
          </p:nvSpPr>
          <p:spPr>
            <a:xfrm>
              <a:off x="449969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5"/>
            <p:cNvSpPr/>
            <p:nvPr/>
          </p:nvSpPr>
          <p:spPr>
            <a:xfrm>
              <a:off x="449969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5"/>
            <p:cNvSpPr/>
            <p:nvPr/>
          </p:nvSpPr>
          <p:spPr>
            <a:xfrm>
              <a:off x="449969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5"/>
            <p:cNvSpPr/>
            <p:nvPr/>
          </p:nvSpPr>
          <p:spPr>
            <a:xfrm>
              <a:off x="449969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5"/>
            <p:cNvSpPr/>
            <p:nvPr/>
          </p:nvSpPr>
          <p:spPr>
            <a:xfrm>
              <a:off x="449969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5"/>
            <p:cNvSpPr/>
            <p:nvPr/>
          </p:nvSpPr>
          <p:spPr>
            <a:xfrm>
              <a:off x="449969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5"/>
            <p:cNvSpPr/>
            <p:nvPr/>
          </p:nvSpPr>
          <p:spPr>
            <a:xfrm>
              <a:off x="449969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5"/>
            <p:cNvSpPr/>
            <p:nvPr/>
          </p:nvSpPr>
          <p:spPr>
            <a:xfrm>
              <a:off x="449969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5"/>
            <p:cNvSpPr/>
            <p:nvPr/>
          </p:nvSpPr>
          <p:spPr>
            <a:xfrm>
              <a:off x="449969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5"/>
            <p:cNvSpPr/>
            <p:nvPr/>
          </p:nvSpPr>
          <p:spPr>
            <a:xfrm>
              <a:off x="449969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5"/>
            <p:cNvSpPr/>
            <p:nvPr/>
          </p:nvSpPr>
          <p:spPr>
            <a:xfrm>
              <a:off x="449968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5"/>
            <p:cNvSpPr/>
            <p:nvPr/>
          </p:nvSpPr>
          <p:spPr>
            <a:xfrm>
              <a:off x="449968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5"/>
            <p:cNvSpPr/>
            <p:nvPr/>
          </p:nvSpPr>
          <p:spPr>
            <a:xfrm>
              <a:off x="449968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5"/>
            <p:cNvSpPr/>
            <p:nvPr/>
          </p:nvSpPr>
          <p:spPr>
            <a:xfrm>
              <a:off x="449968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5"/>
            <p:cNvSpPr/>
            <p:nvPr/>
          </p:nvSpPr>
          <p:spPr>
            <a:xfrm>
              <a:off x="449968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5"/>
            <p:cNvSpPr/>
            <p:nvPr/>
          </p:nvSpPr>
          <p:spPr>
            <a:xfrm>
              <a:off x="449968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5"/>
            <p:cNvSpPr/>
            <p:nvPr/>
          </p:nvSpPr>
          <p:spPr>
            <a:xfrm>
              <a:off x="449967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5"/>
            <p:cNvSpPr/>
            <p:nvPr/>
          </p:nvSpPr>
          <p:spPr>
            <a:xfrm>
              <a:off x="449967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5"/>
            <p:cNvSpPr/>
            <p:nvPr/>
          </p:nvSpPr>
          <p:spPr>
            <a:xfrm>
              <a:off x="474539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6" name="Google Shape;25426;p35"/>
            <p:cNvSpPr/>
            <p:nvPr/>
          </p:nvSpPr>
          <p:spPr>
            <a:xfrm>
              <a:off x="474539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7" name="Google Shape;25427;p35"/>
            <p:cNvSpPr/>
            <p:nvPr/>
          </p:nvSpPr>
          <p:spPr>
            <a:xfrm>
              <a:off x="474539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8" name="Google Shape;25428;p35"/>
            <p:cNvSpPr/>
            <p:nvPr/>
          </p:nvSpPr>
          <p:spPr>
            <a:xfrm>
              <a:off x="474539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5"/>
            <p:cNvSpPr/>
            <p:nvPr/>
          </p:nvSpPr>
          <p:spPr>
            <a:xfrm>
              <a:off x="474539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5"/>
            <p:cNvSpPr/>
            <p:nvPr/>
          </p:nvSpPr>
          <p:spPr>
            <a:xfrm>
              <a:off x="474539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5"/>
            <p:cNvSpPr/>
            <p:nvPr/>
          </p:nvSpPr>
          <p:spPr>
            <a:xfrm>
              <a:off x="474539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5"/>
            <p:cNvSpPr/>
            <p:nvPr/>
          </p:nvSpPr>
          <p:spPr>
            <a:xfrm>
              <a:off x="474539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5"/>
            <p:cNvSpPr/>
            <p:nvPr/>
          </p:nvSpPr>
          <p:spPr>
            <a:xfrm>
              <a:off x="474539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5"/>
            <p:cNvSpPr/>
            <p:nvPr/>
          </p:nvSpPr>
          <p:spPr>
            <a:xfrm>
              <a:off x="474539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5"/>
            <p:cNvSpPr/>
            <p:nvPr/>
          </p:nvSpPr>
          <p:spPr>
            <a:xfrm>
              <a:off x="474539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5"/>
            <p:cNvSpPr/>
            <p:nvPr/>
          </p:nvSpPr>
          <p:spPr>
            <a:xfrm>
              <a:off x="474539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5"/>
            <p:cNvSpPr/>
            <p:nvPr/>
          </p:nvSpPr>
          <p:spPr>
            <a:xfrm>
              <a:off x="4745381"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5"/>
            <p:cNvSpPr/>
            <p:nvPr/>
          </p:nvSpPr>
          <p:spPr>
            <a:xfrm>
              <a:off x="4745381"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5"/>
            <p:cNvSpPr/>
            <p:nvPr/>
          </p:nvSpPr>
          <p:spPr>
            <a:xfrm>
              <a:off x="4745381"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5"/>
            <p:cNvSpPr/>
            <p:nvPr/>
          </p:nvSpPr>
          <p:spPr>
            <a:xfrm>
              <a:off x="4745381"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5"/>
            <p:cNvSpPr/>
            <p:nvPr/>
          </p:nvSpPr>
          <p:spPr>
            <a:xfrm>
              <a:off x="4745381"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5"/>
            <p:cNvSpPr/>
            <p:nvPr/>
          </p:nvSpPr>
          <p:spPr>
            <a:xfrm>
              <a:off x="4745381"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5"/>
            <p:cNvSpPr/>
            <p:nvPr/>
          </p:nvSpPr>
          <p:spPr>
            <a:xfrm>
              <a:off x="474536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5"/>
            <p:cNvSpPr/>
            <p:nvPr/>
          </p:nvSpPr>
          <p:spPr>
            <a:xfrm>
              <a:off x="474536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5"/>
            <p:cNvSpPr/>
            <p:nvPr/>
          </p:nvSpPr>
          <p:spPr>
            <a:xfrm>
              <a:off x="499108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5"/>
            <p:cNvSpPr/>
            <p:nvPr/>
          </p:nvSpPr>
          <p:spPr>
            <a:xfrm>
              <a:off x="499108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5"/>
            <p:cNvSpPr/>
            <p:nvPr/>
          </p:nvSpPr>
          <p:spPr>
            <a:xfrm>
              <a:off x="499108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5"/>
            <p:cNvSpPr/>
            <p:nvPr/>
          </p:nvSpPr>
          <p:spPr>
            <a:xfrm>
              <a:off x="499108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5"/>
            <p:cNvSpPr/>
            <p:nvPr/>
          </p:nvSpPr>
          <p:spPr>
            <a:xfrm>
              <a:off x="499108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5"/>
            <p:cNvSpPr/>
            <p:nvPr/>
          </p:nvSpPr>
          <p:spPr>
            <a:xfrm>
              <a:off x="499108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5"/>
            <p:cNvSpPr/>
            <p:nvPr/>
          </p:nvSpPr>
          <p:spPr>
            <a:xfrm>
              <a:off x="499108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5"/>
            <p:cNvSpPr/>
            <p:nvPr/>
          </p:nvSpPr>
          <p:spPr>
            <a:xfrm>
              <a:off x="499108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5"/>
            <p:cNvSpPr/>
            <p:nvPr/>
          </p:nvSpPr>
          <p:spPr>
            <a:xfrm>
              <a:off x="499108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5"/>
            <p:cNvSpPr/>
            <p:nvPr/>
          </p:nvSpPr>
          <p:spPr>
            <a:xfrm>
              <a:off x="499108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5"/>
            <p:cNvSpPr/>
            <p:nvPr/>
          </p:nvSpPr>
          <p:spPr>
            <a:xfrm>
              <a:off x="499108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5"/>
            <p:cNvSpPr/>
            <p:nvPr/>
          </p:nvSpPr>
          <p:spPr>
            <a:xfrm>
              <a:off x="499108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5"/>
            <p:cNvSpPr/>
            <p:nvPr/>
          </p:nvSpPr>
          <p:spPr>
            <a:xfrm>
              <a:off x="4991076"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5"/>
            <p:cNvSpPr/>
            <p:nvPr/>
          </p:nvSpPr>
          <p:spPr>
            <a:xfrm>
              <a:off x="4991076"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5"/>
            <p:cNvSpPr/>
            <p:nvPr/>
          </p:nvSpPr>
          <p:spPr>
            <a:xfrm>
              <a:off x="4991076"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5"/>
            <p:cNvSpPr/>
            <p:nvPr/>
          </p:nvSpPr>
          <p:spPr>
            <a:xfrm>
              <a:off x="4991076"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5"/>
            <p:cNvSpPr/>
            <p:nvPr/>
          </p:nvSpPr>
          <p:spPr>
            <a:xfrm>
              <a:off x="4991076"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5"/>
            <p:cNvSpPr/>
            <p:nvPr/>
          </p:nvSpPr>
          <p:spPr>
            <a:xfrm>
              <a:off x="4991076"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5"/>
            <p:cNvSpPr/>
            <p:nvPr/>
          </p:nvSpPr>
          <p:spPr>
            <a:xfrm>
              <a:off x="4991064"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5"/>
            <p:cNvSpPr/>
            <p:nvPr/>
          </p:nvSpPr>
          <p:spPr>
            <a:xfrm>
              <a:off x="4991064"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5"/>
            <p:cNvSpPr/>
            <p:nvPr/>
          </p:nvSpPr>
          <p:spPr>
            <a:xfrm>
              <a:off x="5236784"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5"/>
            <p:cNvSpPr/>
            <p:nvPr/>
          </p:nvSpPr>
          <p:spPr>
            <a:xfrm>
              <a:off x="5236784"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5"/>
            <p:cNvSpPr/>
            <p:nvPr/>
          </p:nvSpPr>
          <p:spPr>
            <a:xfrm>
              <a:off x="5236784"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5"/>
            <p:cNvSpPr/>
            <p:nvPr/>
          </p:nvSpPr>
          <p:spPr>
            <a:xfrm>
              <a:off x="5236784"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5"/>
            <p:cNvSpPr/>
            <p:nvPr/>
          </p:nvSpPr>
          <p:spPr>
            <a:xfrm>
              <a:off x="5236784"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5"/>
            <p:cNvSpPr/>
            <p:nvPr/>
          </p:nvSpPr>
          <p:spPr>
            <a:xfrm>
              <a:off x="5236784"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5"/>
            <p:cNvSpPr/>
            <p:nvPr/>
          </p:nvSpPr>
          <p:spPr>
            <a:xfrm>
              <a:off x="5236784"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5"/>
            <p:cNvSpPr/>
            <p:nvPr/>
          </p:nvSpPr>
          <p:spPr>
            <a:xfrm>
              <a:off x="5236784"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5"/>
            <p:cNvSpPr/>
            <p:nvPr/>
          </p:nvSpPr>
          <p:spPr>
            <a:xfrm>
              <a:off x="5236784"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5"/>
            <p:cNvSpPr/>
            <p:nvPr/>
          </p:nvSpPr>
          <p:spPr>
            <a:xfrm>
              <a:off x="5236784"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5"/>
            <p:cNvSpPr/>
            <p:nvPr/>
          </p:nvSpPr>
          <p:spPr>
            <a:xfrm>
              <a:off x="5236784"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5"/>
            <p:cNvSpPr/>
            <p:nvPr/>
          </p:nvSpPr>
          <p:spPr>
            <a:xfrm>
              <a:off x="5236784"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5"/>
            <p:cNvSpPr/>
            <p:nvPr/>
          </p:nvSpPr>
          <p:spPr>
            <a:xfrm>
              <a:off x="523677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5"/>
            <p:cNvSpPr/>
            <p:nvPr/>
          </p:nvSpPr>
          <p:spPr>
            <a:xfrm>
              <a:off x="523677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5"/>
            <p:cNvSpPr/>
            <p:nvPr/>
          </p:nvSpPr>
          <p:spPr>
            <a:xfrm>
              <a:off x="523677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5"/>
            <p:cNvSpPr/>
            <p:nvPr/>
          </p:nvSpPr>
          <p:spPr>
            <a:xfrm>
              <a:off x="523677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5"/>
            <p:cNvSpPr/>
            <p:nvPr/>
          </p:nvSpPr>
          <p:spPr>
            <a:xfrm>
              <a:off x="523677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5"/>
            <p:cNvSpPr/>
            <p:nvPr/>
          </p:nvSpPr>
          <p:spPr>
            <a:xfrm>
              <a:off x="523677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5"/>
            <p:cNvSpPr/>
            <p:nvPr/>
          </p:nvSpPr>
          <p:spPr>
            <a:xfrm>
              <a:off x="5236759"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5"/>
            <p:cNvSpPr/>
            <p:nvPr/>
          </p:nvSpPr>
          <p:spPr>
            <a:xfrm>
              <a:off x="5236759"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5"/>
            <p:cNvSpPr/>
            <p:nvPr/>
          </p:nvSpPr>
          <p:spPr>
            <a:xfrm>
              <a:off x="5482479"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5"/>
            <p:cNvSpPr/>
            <p:nvPr/>
          </p:nvSpPr>
          <p:spPr>
            <a:xfrm>
              <a:off x="5482479"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5"/>
            <p:cNvSpPr/>
            <p:nvPr/>
          </p:nvSpPr>
          <p:spPr>
            <a:xfrm>
              <a:off x="5482479"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5"/>
            <p:cNvSpPr/>
            <p:nvPr/>
          </p:nvSpPr>
          <p:spPr>
            <a:xfrm>
              <a:off x="5482479"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5"/>
            <p:cNvSpPr/>
            <p:nvPr/>
          </p:nvSpPr>
          <p:spPr>
            <a:xfrm>
              <a:off x="5482479"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5"/>
            <p:cNvSpPr/>
            <p:nvPr/>
          </p:nvSpPr>
          <p:spPr>
            <a:xfrm>
              <a:off x="5482479"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5"/>
            <p:cNvSpPr/>
            <p:nvPr/>
          </p:nvSpPr>
          <p:spPr>
            <a:xfrm>
              <a:off x="5482479"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5"/>
            <p:cNvSpPr/>
            <p:nvPr/>
          </p:nvSpPr>
          <p:spPr>
            <a:xfrm>
              <a:off x="5482479"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5"/>
            <p:cNvSpPr/>
            <p:nvPr/>
          </p:nvSpPr>
          <p:spPr>
            <a:xfrm>
              <a:off x="5482479"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5"/>
            <p:cNvSpPr/>
            <p:nvPr/>
          </p:nvSpPr>
          <p:spPr>
            <a:xfrm>
              <a:off x="5482479"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5"/>
            <p:cNvSpPr/>
            <p:nvPr/>
          </p:nvSpPr>
          <p:spPr>
            <a:xfrm>
              <a:off x="5482479"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5"/>
            <p:cNvSpPr/>
            <p:nvPr/>
          </p:nvSpPr>
          <p:spPr>
            <a:xfrm>
              <a:off x="5482479"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5"/>
            <p:cNvSpPr/>
            <p:nvPr/>
          </p:nvSpPr>
          <p:spPr>
            <a:xfrm>
              <a:off x="548246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5"/>
            <p:cNvSpPr/>
            <p:nvPr/>
          </p:nvSpPr>
          <p:spPr>
            <a:xfrm>
              <a:off x="548246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5"/>
            <p:cNvSpPr/>
            <p:nvPr/>
          </p:nvSpPr>
          <p:spPr>
            <a:xfrm>
              <a:off x="548246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5"/>
            <p:cNvSpPr/>
            <p:nvPr/>
          </p:nvSpPr>
          <p:spPr>
            <a:xfrm>
              <a:off x="548246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5"/>
            <p:cNvSpPr/>
            <p:nvPr/>
          </p:nvSpPr>
          <p:spPr>
            <a:xfrm>
              <a:off x="548246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5"/>
            <p:cNvSpPr/>
            <p:nvPr/>
          </p:nvSpPr>
          <p:spPr>
            <a:xfrm>
              <a:off x="548246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5"/>
            <p:cNvSpPr/>
            <p:nvPr/>
          </p:nvSpPr>
          <p:spPr>
            <a:xfrm>
              <a:off x="548245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5"/>
            <p:cNvSpPr/>
            <p:nvPr/>
          </p:nvSpPr>
          <p:spPr>
            <a:xfrm>
              <a:off x="548245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5"/>
            <p:cNvSpPr/>
            <p:nvPr/>
          </p:nvSpPr>
          <p:spPr>
            <a:xfrm>
              <a:off x="572817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5"/>
            <p:cNvSpPr/>
            <p:nvPr/>
          </p:nvSpPr>
          <p:spPr>
            <a:xfrm>
              <a:off x="572817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5"/>
            <p:cNvSpPr/>
            <p:nvPr/>
          </p:nvSpPr>
          <p:spPr>
            <a:xfrm>
              <a:off x="572817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5"/>
            <p:cNvSpPr/>
            <p:nvPr/>
          </p:nvSpPr>
          <p:spPr>
            <a:xfrm>
              <a:off x="572817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5"/>
            <p:cNvSpPr/>
            <p:nvPr/>
          </p:nvSpPr>
          <p:spPr>
            <a:xfrm>
              <a:off x="572817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5"/>
            <p:cNvSpPr/>
            <p:nvPr/>
          </p:nvSpPr>
          <p:spPr>
            <a:xfrm>
              <a:off x="572817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5"/>
            <p:cNvSpPr/>
            <p:nvPr/>
          </p:nvSpPr>
          <p:spPr>
            <a:xfrm>
              <a:off x="572817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5"/>
            <p:cNvSpPr/>
            <p:nvPr/>
          </p:nvSpPr>
          <p:spPr>
            <a:xfrm>
              <a:off x="572817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5"/>
            <p:cNvSpPr/>
            <p:nvPr/>
          </p:nvSpPr>
          <p:spPr>
            <a:xfrm>
              <a:off x="572817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5"/>
            <p:cNvSpPr/>
            <p:nvPr/>
          </p:nvSpPr>
          <p:spPr>
            <a:xfrm>
              <a:off x="572817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5"/>
            <p:cNvSpPr/>
            <p:nvPr/>
          </p:nvSpPr>
          <p:spPr>
            <a:xfrm>
              <a:off x="572817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5"/>
            <p:cNvSpPr/>
            <p:nvPr/>
          </p:nvSpPr>
          <p:spPr>
            <a:xfrm>
              <a:off x="572817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5"/>
            <p:cNvSpPr/>
            <p:nvPr/>
          </p:nvSpPr>
          <p:spPr>
            <a:xfrm>
              <a:off x="5728162"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5"/>
            <p:cNvSpPr/>
            <p:nvPr/>
          </p:nvSpPr>
          <p:spPr>
            <a:xfrm>
              <a:off x="5728162"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5"/>
            <p:cNvSpPr/>
            <p:nvPr/>
          </p:nvSpPr>
          <p:spPr>
            <a:xfrm>
              <a:off x="5728162"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5"/>
            <p:cNvSpPr/>
            <p:nvPr/>
          </p:nvSpPr>
          <p:spPr>
            <a:xfrm>
              <a:off x="5728162"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5"/>
            <p:cNvSpPr/>
            <p:nvPr/>
          </p:nvSpPr>
          <p:spPr>
            <a:xfrm>
              <a:off x="5728162"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5"/>
            <p:cNvSpPr/>
            <p:nvPr/>
          </p:nvSpPr>
          <p:spPr>
            <a:xfrm>
              <a:off x="5728162"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5"/>
            <p:cNvSpPr/>
            <p:nvPr/>
          </p:nvSpPr>
          <p:spPr>
            <a:xfrm>
              <a:off x="572815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5"/>
            <p:cNvSpPr/>
            <p:nvPr/>
          </p:nvSpPr>
          <p:spPr>
            <a:xfrm>
              <a:off x="572815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5"/>
            <p:cNvSpPr/>
            <p:nvPr/>
          </p:nvSpPr>
          <p:spPr>
            <a:xfrm>
              <a:off x="597387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5"/>
            <p:cNvSpPr/>
            <p:nvPr/>
          </p:nvSpPr>
          <p:spPr>
            <a:xfrm>
              <a:off x="597387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5"/>
            <p:cNvSpPr/>
            <p:nvPr/>
          </p:nvSpPr>
          <p:spPr>
            <a:xfrm>
              <a:off x="597387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5"/>
            <p:cNvSpPr/>
            <p:nvPr/>
          </p:nvSpPr>
          <p:spPr>
            <a:xfrm>
              <a:off x="597387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5"/>
            <p:cNvSpPr/>
            <p:nvPr/>
          </p:nvSpPr>
          <p:spPr>
            <a:xfrm>
              <a:off x="597387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5"/>
            <p:cNvSpPr/>
            <p:nvPr/>
          </p:nvSpPr>
          <p:spPr>
            <a:xfrm>
              <a:off x="597387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5"/>
            <p:cNvSpPr/>
            <p:nvPr/>
          </p:nvSpPr>
          <p:spPr>
            <a:xfrm>
              <a:off x="597387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5"/>
            <p:cNvSpPr/>
            <p:nvPr/>
          </p:nvSpPr>
          <p:spPr>
            <a:xfrm>
              <a:off x="597387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5"/>
            <p:cNvSpPr/>
            <p:nvPr/>
          </p:nvSpPr>
          <p:spPr>
            <a:xfrm>
              <a:off x="597387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5"/>
            <p:cNvSpPr/>
            <p:nvPr/>
          </p:nvSpPr>
          <p:spPr>
            <a:xfrm>
              <a:off x="597387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5"/>
            <p:cNvSpPr/>
            <p:nvPr/>
          </p:nvSpPr>
          <p:spPr>
            <a:xfrm>
              <a:off x="597387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5"/>
            <p:cNvSpPr/>
            <p:nvPr/>
          </p:nvSpPr>
          <p:spPr>
            <a:xfrm>
              <a:off x="597387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5"/>
            <p:cNvSpPr/>
            <p:nvPr/>
          </p:nvSpPr>
          <p:spPr>
            <a:xfrm>
              <a:off x="5973857"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5"/>
            <p:cNvSpPr/>
            <p:nvPr/>
          </p:nvSpPr>
          <p:spPr>
            <a:xfrm>
              <a:off x="5973857"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5"/>
            <p:cNvSpPr/>
            <p:nvPr/>
          </p:nvSpPr>
          <p:spPr>
            <a:xfrm>
              <a:off x="5973857"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5"/>
            <p:cNvSpPr/>
            <p:nvPr/>
          </p:nvSpPr>
          <p:spPr>
            <a:xfrm>
              <a:off x="5973857"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5"/>
            <p:cNvSpPr/>
            <p:nvPr/>
          </p:nvSpPr>
          <p:spPr>
            <a:xfrm>
              <a:off x="5973857"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5"/>
            <p:cNvSpPr/>
            <p:nvPr/>
          </p:nvSpPr>
          <p:spPr>
            <a:xfrm>
              <a:off x="5973857"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5"/>
            <p:cNvSpPr/>
            <p:nvPr/>
          </p:nvSpPr>
          <p:spPr>
            <a:xfrm>
              <a:off x="5973845"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5"/>
            <p:cNvSpPr/>
            <p:nvPr/>
          </p:nvSpPr>
          <p:spPr>
            <a:xfrm>
              <a:off x="5973845"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5"/>
            <p:cNvSpPr/>
            <p:nvPr/>
          </p:nvSpPr>
          <p:spPr>
            <a:xfrm>
              <a:off x="6219565"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5"/>
            <p:cNvSpPr/>
            <p:nvPr/>
          </p:nvSpPr>
          <p:spPr>
            <a:xfrm>
              <a:off x="6219565"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5"/>
            <p:cNvSpPr/>
            <p:nvPr/>
          </p:nvSpPr>
          <p:spPr>
            <a:xfrm>
              <a:off x="6219565"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5"/>
            <p:cNvSpPr/>
            <p:nvPr/>
          </p:nvSpPr>
          <p:spPr>
            <a:xfrm>
              <a:off x="6219565"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5"/>
            <p:cNvSpPr/>
            <p:nvPr/>
          </p:nvSpPr>
          <p:spPr>
            <a:xfrm>
              <a:off x="6219565"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5"/>
            <p:cNvSpPr/>
            <p:nvPr/>
          </p:nvSpPr>
          <p:spPr>
            <a:xfrm>
              <a:off x="6219565"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5"/>
            <p:cNvSpPr/>
            <p:nvPr/>
          </p:nvSpPr>
          <p:spPr>
            <a:xfrm>
              <a:off x="6219565"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5"/>
            <p:cNvSpPr/>
            <p:nvPr/>
          </p:nvSpPr>
          <p:spPr>
            <a:xfrm>
              <a:off x="6219565"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5"/>
            <p:cNvSpPr/>
            <p:nvPr/>
          </p:nvSpPr>
          <p:spPr>
            <a:xfrm>
              <a:off x="6219565"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5"/>
            <p:cNvSpPr/>
            <p:nvPr/>
          </p:nvSpPr>
          <p:spPr>
            <a:xfrm>
              <a:off x="6219565"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5"/>
            <p:cNvSpPr/>
            <p:nvPr/>
          </p:nvSpPr>
          <p:spPr>
            <a:xfrm>
              <a:off x="6219565"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5"/>
            <p:cNvSpPr/>
            <p:nvPr/>
          </p:nvSpPr>
          <p:spPr>
            <a:xfrm>
              <a:off x="6219565"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5"/>
            <p:cNvSpPr/>
            <p:nvPr/>
          </p:nvSpPr>
          <p:spPr>
            <a:xfrm>
              <a:off x="621955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5"/>
            <p:cNvSpPr/>
            <p:nvPr/>
          </p:nvSpPr>
          <p:spPr>
            <a:xfrm>
              <a:off x="621955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5"/>
            <p:cNvSpPr/>
            <p:nvPr/>
          </p:nvSpPr>
          <p:spPr>
            <a:xfrm>
              <a:off x="621955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5"/>
            <p:cNvSpPr/>
            <p:nvPr/>
          </p:nvSpPr>
          <p:spPr>
            <a:xfrm>
              <a:off x="621955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5"/>
            <p:cNvSpPr/>
            <p:nvPr/>
          </p:nvSpPr>
          <p:spPr>
            <a:xfrm>
              <a:off x="621955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5"/>
            <p:cNvSpPr/>
            <p:nvPr/>
          </p:nvSpPr>
          <p:spPr>
            <a:xfrm>
              <a:off x="621955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5"/>
            <p:cNvSpPr/>
            <p:nvPr/>
          </p:nvSpPr>
          <p:spPr>
            <a:xfrm>
              <a:off x="6219540"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5"/>
            <p:cNvSpPr/>
            <p:nvPr/>
          </p:nvSpPr>
          <p:spPr>
            <a:xfrm>
              <a:off x="6219540"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5"/>
            <p:cNvSpPr/>
            <p:nvPr/>
          </p:nvSpPr>
          <p:spPr>
            <a:xfrm>
              <a:off x="6465260"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5"/>
            <p:cNvSpPr/>
            <p:nvPr/>
          </p:nvSpPr>
          <p:spPr>
            <a:xfrm>
              <a:off x="6465260"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5"/>
            <p:cNvSpPr/>
            <p:nvPr/>
          </p:nvSpPr>
          <p:spPr>
            <a:xfrm>
              <a:off x="6465260"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5"/>
            <p:cNvSpPr/>
            <p:nvPr/>
          </p:nvSpPr>
          <p:spPr>
            <a:xfrm>
              <a:off x="6465260"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5"/>
            <p:cNvSpPr/>
            <p:nvPr/>
          </p:nvSpPr>
          <p:spPr>
            <a:xfrm>
              <a:off x="6465260"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5"/>
            <p:cNvSpPr/>
            <p:nvPr/>
          </p:nvSpPr>
          <p:spPr>
            <a:xfrm>
              <a:off x="6465260"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5"/>
            <p:cNvSpPr/>
            <p:nvPr/>
          </p:nvSpPr>
          <p:spPr>
            <a:xfrm>
              <a:off x="6465260"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5"/>
            <p:cNvSpPr/>
            <p:nvPr/>
          </p:nvSpPr>
          <p:spPr>
            <a:xfrm>
              <a:off x="6465260"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5"/>
            <p:cNvSpPr/>
            <p:nvPr/>
          </p:nvSpPr>
          <p:spPr>
            <a:xfrm>
              <a:off x="6465260"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5"/>
            <p:cNvSpPr/>
            <p:nvPr/>
          </p:nvSpPr>
          <p:spPr>
            <a:xfrm>
              <a:off x="6465260"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5"/>
            <p:cNvSpPr/>
            <p:nvPr/>
          </p:nvSpPr>
          <p:spPr>
            <a:xfrm>
              <a:off x="6465260"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5"/>
            <p:cNvSpPr/>
            <p:nvPr/>
          </p:nvSpPr>
          <p:spPr>
            <a:xfrm>
              <a:off x="6465260"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5"/>
            <p:cNvSpPr/>
            <p:nvPr/>
          </p:nvSpPr>
          <p:spPr>
            <a:xfrm>
              <a:off x="646524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5"/>
            <p:cNvSpPr/>
            <p:nvPr/>
          </p:nvSpPr>
          <p:spPr>
            <a:xfrm>
              <a:off x="646524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5"/>
            <p:cNvSpPr/>
            <p:nvPr/>
          </p:nvSpPr>
          <p:spPr>
            <a:xfrm>
              <a:off x="646524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5"/>
            <p:cNvSpPr/>
            <p:nvPr/>
          </p:nvSpPr>
          <p:spPr>
            <a:xfrm>
              <a:off x="646524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5"/>
            <p:cNvSpPr/>
            <p:nvPr/>
          </p:nvSpPr>
          <p:spPr>
            <a:xfrm>
              <a:off x="646524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5"/>
            <p:cNvSpPr/>
            <p:nvPr/>
          </p:nvSpPr>
          <p:spPr>
            <a:xfrm>
              <a:off x="646524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5"/>
            <p:cNvSpPr/>
            <p:nvPr/>
          </p:nvSpPr>
          <p:spPr>
            <a:xfrm>
              <a:off x="646523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5"/>
            <p:cNvSpPr/>
            <p:nvPr/>
          </p:nvSpPr>
          <p:spPr>
            <a:xfrm>
              <a:off x="646523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5"/>
            <p:cNvSpPr/>
            <p:nvPr/>
          </p:nvSpPr>
          <p:spPr>
            <a:xfrm>
              <a:off x="671095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5"/>
            <p:cNvSpPr/>
            <p:nvPr/>
          </p:nvSpPr>
          <p:spPr>
            <a:xfrm>
              <a:off x="671095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5"/>
            <p:cNvSpPr/>
            <p:nvPr/>
          </p:nvSpPr>
          <p:spPr>
            <a:xfrm>
              <a:off x="671095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5"/>
            <p:cNvSpPr/>
            <p:nvPr/>
          </p:nvSpPr>
          <p:spPr>
            <a:xfrm>
              <a:off x="671095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5"/>
            <p:cNvSpPr/>
            <p:nvPr/>
          </p:nvSpPr>
          <p:spPr>
            <a:xfrm>
              <a:off x="671095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5"/>
            <p:cNvSpPr/>
            <p:nvPr/>
          </p:nvSpPr>
          <p:spPr>
            <a:xfrm>
              <a:off x="671095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5"/>
            <p:cNvSpPr/>
            <p:nvPr/>
          </p:nvSpPr>
          <p:spPr>
            <a:xfrm>
              <a:off x="671095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5"/>
            <p:cNvSpPr/>
            <p:nvPr/>
          </p:nvSpPr>
          <p:spPr>
            <a:xfrm>
              <a:off x="671095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5"/>
            <p:cNvSpPr/>
            <p:nvPr/>
          </p:nvSpPr>
          <p:spPr>
            <a:xfrm>
              <a:off x="671095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5"/>
            <p:cNvSpPr/>
            <p:nvPr/>
          </p:nvSpPr>
          <p:spPr>
            <a:xfrm>
              <a:off x="671095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5"/>
            <p:cNvSpPr/>
            <p:nvPr/>
          </p:nvSpPr>
          <p:spPr>
            <a:xfrm>
              <a:off x="671095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5"/>
            <p:cNvSpPr/>
            <p:nvPr/>
          </p:nvSpPr>
          <p:spPr>
            <a:xfrm>
              <a:off x="671095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5"/>
            <p:cNvSpPr/>
            <p:nvPr/>
          </p:nvSpPr>
          <p:spPr>
            <a:xfrm>
              <a:off x="6710943"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5"/>
            <p:cNvSpPr/>
            <p:nvPr/>
          </p:nvSpPr>
          <p:spPr>
            <a:xfrm>
              <a:off x="6710943"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5"/>
            <p:cNvSpPr/>
            <p:nvPr/>
          </p:nvSpPr>
          <p:spPr>
            <a:xfrm>
              <a:off x="6710943"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5"/>
            <p:cNvSpPr/>
            <p:nvPr/>
          </p:nvSpPr>
          <p:spPr>
            <a:xfrm>
              <a:off x="6710943"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5"/>
            <p:cNvSpPr/>
            <p:nvPr/>
          </p:nvSpPr>
          <p:spPr>
            <a:xfrm>
              <a:off x="6710943"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5"/>
            <p:cNvSpPr/>
            <p:nvPr/>
          </p:nvSpPr>
          <p:spPr>
            <a:xfrm>
              <a:off x="6710943"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5"/>
            <p:cNvSpPr/>
            <p:nvPr/>
          </p:nvSpPr>
          <p:spPr>
            <a:xfrm>
              <a:off x="671093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5"/>
            <p:cNvSpPr/>
            <p:nvPr/>
          </p:nvSpPr>
          <p:spPr>
            <a:xfrm>
              <a:off x="671093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5"/>
            <p:cNvSpPr/>
            <p:nvPr/>
          </p:nvSpPr>
          <p:spPr>
            <a:xfrm>
              <a:off x="695665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5"/>
            <p:cNvSpPr/>
            <p:nvPr/>
          </p:nvSpPr>
          <p:spPr>
            <a:xfrm>
              <a:off x="695665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5"/>
            <p:cNvSpPr/>
            <p:nvPr/>
          </p:nvSpPr>
          <p:spPr>
            <a:xfrm>
              <a:off x="695665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5"/>
            <p:cNvSpPr/>
            <p:nvPr/>
          </p:nvSpPr>
          <p:spPr>
            <a:xfrm>
              <a:off x="695665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5"/>
            <p:cNvSpPr/>
            <p:nvPr/>
          </p:nvSpPr>
          <p:spPr>
            <a:xfrm>
              <a:off x="695665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5"/>
            <p:cNvSpPr/>
            <p:nvPr/>
          </p:nvSpPr>
          <p:spPr>
            <a:xfrm>
              <a:off x="695665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5"/>
            <p:cNvSpPr/>
            <p:nvPr/>
          </p:nvSpPr>
          <p:spPr>
            <a:xfrm>
              <a:off x="695665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5"/>
            <p:cNvSpPr/>
            <p:nvPr/>
          </p:nvSpPr>
          <p:spPr>
            <a:xfrm>
              <a:off x="695665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5"/>
            <p:cNvSpPr/>
            <p:nvPr/>
          </p:nvSpPr>
          <p:spPr>
            <a:xfrm>
              <a:off x="695665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5"/>
            <p:cNvSpPr/>
            <p:nvPr/>
          </p:nvSpPr>
          <p:spPr>
            <a:xfrm>
              <a:off x="695665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5"/>
            <p:cNvSpPr/>
            <p:nvPr/>
          </p:nvSpPr>
          <p:spPr>
            <a:xfrm>
              <a:off x="695665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5"/>
            <p:cNvSpPr/>
            <p:nvPr/>
          </p:nvSpPr>
          <p:spPr>
            <a:xfrm>
              <a:off x="695665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5"/>
            <p:cNvSpPr/>
            <p:nvPr/>
          </p:nvSpPr>
          <p:spPr>
            <a:xfrm>
              <a:off x="6956638"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5"/>
            <p:cNvSpPr/>
            <p:nvPr/>
          </p:nvSpPr>
          <p:spPr>
            <a:xfrm>
              <a:off x="6956638"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5"/>
            <p:cNvSpPr/>
            <p:nvPr/>
          </p:nvSpPr>
          <p:spPr>
            <a:xfrm>
              <a:off x="6956638"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5"/>
            <p:cNvSpPr/>
            <p:nvPr/>
          </p:nvSpPr>
          <p:spPr>
            <a:xfrm>
              <a:off x="6956638"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5"/>
            <p:cNvSpPr/>
            <p:nvPr/>
          </p:nvSpPr>
          <p:spPr>
            <a:xfrm>
              <a:off x="6956638"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5"/>
            <p:cNvSpPr/>
            <p:nvPr/>
          </p:nvSpPr>
          <p:spPr>
            <a:xfrm>
              <a:off x="6956638"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5"/>
            <p:cNvSpPr/>
            <p:nvPr/>
          </p:nvSpPr>
          <p:spPr>
            <a:xfrm>
              <a:off x="6956626"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5"/>
            <p:cNvSpPr/>
            <p:nvPr/>
          </p:nvSpPr>
          <p:spPr>
            <a:xfrm>
              <a:off x="6956626"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5"/>
            <p:cNvSpPr/>
            <p:nvPr/>
          </p:nvSpPr>
          <p:spPr>
            <a:xfrm>
              <a:off x="7202346"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5"/>
            <p:cNvSpPr/>
            <p:nvPr/>
          </p:nvSpPr>
          <p:spPr>
            <a:xfrm>
              <a:off x="7202346"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5"/>
            <p:cNvSpPr/>
            <p:nvPr/>
          </p:nvSpPr>
          <p:spPr>
            <a:xfrm>
              <a:off x="7202346"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5"/>
            <p:cNvSpPr/>
            <p:nvPr/>
          </p:nvSpPr>
          <p:spPr>
            <a:xfrm>
              <a:off x="7202346"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5"/>
            <p:cNvSpPr/>
            <p:nvPr/>
          </p:nvSpPr>
          <p:spPr>
            <a:xfrm>
              <a:off x="7202346"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5"/>
            <p:cNvSpPr/>
            <p:nvPr/>
          </p:nvSpPr>
          <p:spPr>
            <a:xfrm>
              <a:off x="7202346"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5"/>
            <p:cNvSpPr/>
            <p:nvPr/>
          </p:nvSpPr>
          <p:spPr>
            <a:xfrm>
              <a:off x="7202346"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5"/>
            <p:cNvSpPr/>
            <p:nvPr/>
          </p:nvSpPr>
          <p:spPr>
            <a:xfrm>
              <a:off x="7202346"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5"/>
            <p:cNvSpPr/>
            <p:nvPr/>
          </p:nvSpPr>
          <p:spPr>
            <a:xfrm>
              <a:off x="7202346"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5"/>
            <p:cNvSpPr/>
            <p:nvPr/>
          </p:nvSpPr>
          <p:spPr>
            <a:xfrm>
              <a:off x="7202346"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5"/>
            <p:cNvSpPr/>
            <p:nvPr/>
          </p:nvSpPr>
          <p:spPr>
            <a:xfrm>
              <a:off x="7202346"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5"/>
            <p:cNvSpPr/>
            <p:nvPr/>
          </p:nvSpPr>
          <p:spPr>
            <a:xfrm>
              <a:off x="7202346"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5"/>
            <p:cNvSpPr/>
            <p:nvPr/>
          </p:nvSpPr>
          <p:spPr>
            <a:xfrm>
              <a:off x="720233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5"/>
            <p:cNvSpPr/>
            <p:nvPr/>
          </p:nvSpPr>
          <p:spPr>
            <a:xfrm>
              <a:off x="720233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5"/>
            <p:cNvSpPr/>
            <p:nvPr/>
          </p:nvSpPr>
          <p:spPr>
            <a:xfrm>
              <a:off x="720233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5"/>
            <p:cNvSpPr/>
            <p:nvPr/>
          </p:nvSpPr>
          <p:spPr>
            <a:xfrm>
              <a:off x="720233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5"/>
            <p:cNvSpPr/>
            <p:nvPr/>
          </p:nvSpPr>
          <p:spPr>
            <a:xfrm>
              <a:off x="720233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5"/>
            <p:cNvSpPr/>
            <p:nvPr/>
          </p:nvSpPr>
          <p:spPr>
            <a:xfrm>
              <a:off x="720233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5"/>
            <p:cNvSpPr/>
            <p:nvPr/>
          </p:nvSpPr>
          <p:spPr>
            <a:xfrm>
              <a:off x="7202321"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5"/>
            <p:cNvSpPr/>
            <p:nvPr/>
          </p:nvSpPr>
          <p:spPr>
            <a:xfrm>
              <a:off x="7202321"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5"/>
            <p:cNvSpPr/>
            <p:nvPr/>
          </p:nvSpPr>
          <p:spPr>
            <a:xfrm>
              <a:off x="7448041"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5"/>
            <p:cNvSpPr/>
            <p:nvPr/>
          </p:nvSpPr>
          <p:spPr>
            <a:xfrm>
              <a:off x="7448041"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5"/>
            <p:cNvSpPr/>
            <p:nvPr/>
          </p:nvSpPr>
          <p:spPr>
            <a:xfrm>
              <a:off x="7448041"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5"/>
            <p:cNvSpPr/>
            <p:nvPr/>
          </p:nvSpPr>
          <p:spPr>
            <a:xfrm>
              <a:off x="7448041"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5"/>
            <p:cNvSpPr/>
            <p:nvPr/>
          </p:nvSpPr>
          <p:spPr>
            <a:xfrm>
              <a:off x="7448041"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5"/>
            <p:cNvSpPr/>
            <p:nvPr/>
          </p:nvSpPr>
          <p:spPr>
            <a:xfrm>
              <a:off x="7448041"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5"/>
            <p:cNvSpPr/>
            <p:nvPr/>
          </p:nvSpPr>
          <p:spPr>
            <a:xfrm>
              <a:off x="7448041"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5"/>
            <p:cNvSpPr/>
            <p:nvPr/>
          </p:nvSpPr>
          <p:spPr>
            <a:xfrm>
              <a:off x="7448041"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5"/>
            <p:cNvSpPr/>
            <p:nvPr/>
          </p:nvSpPr>
          <p:spPr>
            <a:xfrm>
              <a:off x="7448041"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5"/>
            <p:cNvSpPr/>
            <p:nvPr/>
          </p:nvSpPr>
          <p:spPr>
            <a:xfrm>
              <a:off x="7448041"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5"/>
            <p:cNvSpPr/>
            <p:nvPr/>
          </p:nvSpPr>
          <p:spPr>
            <a:xfrm>
              <a:off x="7448041"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5"/>
            <p:cNvSpPr/>
            <p:nvPr/>
          </p:nvSpPr>
          <p:spPr>
            <a:xfrm>
              <a:off x="7448041"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5"/>
            <p:cNvSpPr/>
            <p:nvPr/>
          </p:nvSpPr>
          <p:spPr>
            <a:xfrm>
              <a:off x="744802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5"/>
            <p:cNvSpPr/>
            <p:nvPr/>
          </p:nvSpPr>
          <p:spPr>
            <a:xfrm>
              <a:off x="744802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5"/>
            <p:cNvSpPr/>
            <p:nvPr/>
          </p:nvSpPr>
          <p:spPr>
            <a:xfrm>
              <a:off x="744802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5"/>
            <p:cNvSpPr/>
            <p:nvPr/>
          </p:nvSpPr>
          <p:spPr>
            <a:xfrm>
              <a:off x="744802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5"/>
            <p:cNvSpPr/>
            <p:nvPr/>
          </p:nvSpPr>
          <p:spPr>
            <a:xfrm>
              <a:off x="744802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5"/>
            <p:cNvSpPr/>
            <p:nvPr/>
          </p:nvSpPr>
          <p:spPr>
            <a:xfrm>
              <a:off x="744802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5"/>
            <p:cNvSpPr/>
            <p:nvPr/>
          </p:nvSpPr>
          <p:spPr>
            <a:xfrm>
              <a:off x="744801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5"/>
            <p:cNvSpPr/>
            <p:nvPr/>
          </p:nvSpPr>
          <p:spPr>
            <a:xfrm>
              <a:off x="744801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5"/>
            <p:cNvSpPr/>
            <p:nvPr/>
          </p:nvSpPr>
          <p:spPr>
            <a:xfrm>
              <a:off x="769373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5"/>
            <p:cNvSpPr/>
            <p:nvPr/>
          </p:nvSpPr>
          <p:spPr>
            <a:xfrm>
              <a:off x="769373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5"/>
            <p:cNvSpPr/>
            <p:nvPr/>
          </p:nvSpPr>
          <p:spPr>
            <a:xfrm>
              <a:off x="769373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5"/>
            <p:cNvSpPr/>
            <p:nvPr/>
          </p:nvSpPr>
          <p:spPr>
            <a:xfrm>
              <a:off x="769373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5"/>
            <p:cNvSpPr/>
            <p:nvPr/>
          </p:nvSpPr>
          <p:spPr>
            <a:xfrm>
              <a:off x="769373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5"/>
            <p:cNvSpPr/>
            <p:nvPr/>
          </p:nvSpPr>
          <p:spPr>
            <a:xfrm>
              <a:off x="769373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5"/>
            <p:cNvSpPr/>
            <p:nvPr/>
          </p:nvSpPr>
          <p:spPr>
            <a:xfrm>
              <a:off x="769373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5"/>
            <p:cNvSpPr/>
            <p:nvPr/>
          </p:nvSpPr>
          <p:spPr>
            <a:xfrm>
              <a:off x="769373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5"/>
            <p:cNvSpPr/>
            <p:nvPr/>
          </p:nvSpPr>
          <p:spPr>
            <a:xfrm>
              <a:off x="769373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5"/>
            <p:cNvSpPr/>
            <p:nvPr/>
          </p:nvSpPr>
          <p:spPr>
            <a:xfrm>
              <a:off x="769373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5"/>
            <p:cNvSpPr/>
            <p:nvPr/>
          </p:nvSpPr>
          <p:spPr>
            <a:xfrm>
              <a:off x="769373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5"/>
            <p:cNvSpPr/>
            <p:nvPr/>
          </p:nvSpPr>
          <p:spPr>
            <a:xfrm>
              <a:off x="769373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5"/>
            <p:cNvSpPr/>
            <p:nvPr/>
          </p:nvSpPr>
          <p:spPr>
            <a:xfrm>
              <a:off x="7693724"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5"/>
            <p:cNvSpPr/>
            <p:nvPr/>
          </p:nvSpPr>
          <p:spPr>
            <a:xfrm>
              <a:off x="7693724"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5"/>
            <p:cNvSpPr/>
            <p:nvPr/>
          </p:nvSpPr>
          <p:spPr>
            <a:xfrm>
              <a:off x="7693724"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5"/>
            <p:cNvSpPr/>
            <p:nvPr/>
          </p:nvSpPr>
          <p:spPr>
            <a:xfrm>
              <a:off x="7693724"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5"/>
            <p:cNvSpPr/>
            <p:nvPr/>
          </p:nvSpPr>
          <p:spPr>
            <a:xfrm>
              <a:off x="7693724"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5"/>
            <p:cNvSpPr/>
            <p:nvPr/>
          </p:nvSpPr>
          <p:spPr>
            <a:xfrm>
              <a:off x="7693724"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5"/>
            <p:cNvSpPr/>
            <p:nvPr/>
          </p:nvSpPr>
          <p:spPr>
            <a:xfrm>
              <a:off x="769371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5"/>
            <p:cNvSpPr/>
            <p:nvPr/>
          </p:nvSpPr>
          <p:spPr>
            <a:xfrm>
              <a:off x="769371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5"/>
            <p:cNvSpPr/>
            <p:nvPr/>
          </p:nvSpPr>
          <p:spPr>
            <a:xfrm>
              <a:off x="793943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5"/>
            <p:cNvSpPr/>
            <p:nvPr/>
          </p:nvSpPr>
          <p:spPr>
            <a:xfrm>
              <a:off x="793943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5"/>
            <p:cNvSpPr/>
            <p:nvPr/>
          </p:nvSpPr>
          <p:spPr>
            <a:xfrm>
              <a:off x="793943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5"/>
            <p:cNvSpPr/>
            <p:nvPr/>
          </p:nvSpPr>
          <p:spPr>
            <a:xfrm>
              <a:off x="793943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5"/>
            <p:cNvSpPr/>
            <p:nvPr/>
          </p:nvSpPr>
          <p:spPr>
            <a:xfrm>
              <a:off x="793943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5"/>
            <p:cNvSpPr/>
            <p:nvPr/>
          </p:nvSpPr>
          <p:spPr>
            <a:xfrm>
              <a:off x="793943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5"/>
            <p:cNvSpPr/>
            <p:nvPr/>
          </p:nvSpPr>
          <p:spPr>
            <a:xfrm>
              <a:off x="793943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5"/>
            <p:cNvSpPr/>
            <p:nvPr/>
          </p:nvSpPr>
          <p:spPr>
            <a:xfrm>
              <a:off x="793943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5"/>
            <p:cNvSpPr/>
            <p:nvPr/>
          </p:nvSpPr>
          <p:spPr>
            <a:xfrm>
              <a:off x="793943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5"/>
            <p:cNvSpPr/>
            <p:nvPr/>
          </p:nvSpPr>
          <p:spPr>
            <a:xfrm>
              <a:off x="793943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5"/>
            <p:cNvSpPr/>
            <p:nvPr/>
          </p:nvSpPr>
          <p:spPr>
            <a:xfrm>
              <a:off x="793943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5"/>
            <p:cNvSpPr/>
            <p:nvPr/>
          </p:nvSpPr>
          <p:spPr>
            <a:xfrm>
              <a:off x="793943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5"/>
            <p:cNvSpPr/>
            <p:nvPr/>
          </p:nvSpPr>
          <p:spPr>
            <a:xfrm>
              <a:off x="7939419"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5"/>
            <p:cNvSpPr/>
            <p:nvPr/>
          </p:nvSpPr>
          <p:spPr>
            <a:xfrm>
              <a:off x="7939419"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5"/>
            <p:cNvSpPr/>
            <p:nvPr/>
          </p:nvSpPr>
          <p:spPr>
            <a:xfrm>
              <a:off x="7939419"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5"/>
            <p:cNvSpPr/>
            <p:nvPr/>
          </p:nvSpPr>
          <p:spPr>
            <a:xfrm>
              <a:off x="7939419"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5"/>
            <p:cNvSpPr/>
            <p:nvPr/>
          </p:nvSpPr>
          <p:spPr>
            <a:xfrm>
              <a:off x="7939419"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5"/>
            <p:cNvSpPr/>
            <p:nvPr/>
          </p:nvSpPr>
          <p:spPr>
            <a:xfrm>
              <a:off x="7939419"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5"/>
            <p:cNvSpPr/>
            <p:nvPr/>
          </p:nvSpPr>
          <p:spPr>
            <a:xfrm>
              <a:off x="7939407"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5"/>
            <p:cNvSpPr/>
            <p:nvPr/>
          </p:nvSpPr>
          <p:spPr>
            <a:xfrm>
              <a:off x="7939407"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5"/>
            <p:cNvSpPr/>
            <p:nvPr/>
          </p:nvSpPr>
          <p:spPr>
            <a:xfrm>
              <a:off x="8185127"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5"/>
            <p:cNvSpPr/>
            <p:nvPr/>
          </p:nvSpPr>
          <p:spPr>
            <a:xfrm>
              <a:off x="8185127"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5"/>
            <p:cNvSpPr/>
            <p:nvPr/>
          </p:nvSpPr>
          <p:spPr>
            <a:xfrm>
              <a:off x="8185127"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5"/>
            <p:cNvSpPr/>
            <p:nvPr/>
          </p:nvSpPr>
          <p:spPr>
            <a:xfrm>
              <a:off x="8185127"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5"/>
            <p:cNvSpPr/>
            <p:nvPr/>
          </p:nvSpPr>
          <p:spPr>
            <a:xfrm>
              <a:off x="8185127"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5"/>
            <p:cNvSpPr/>
            <p:nvPr/>
          </p:nvSpPr>
          <p:spPr>
            <a:xfrm>
              <a:off x="8185127"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5"/>
            <p:cNvSpPr/>
            <p:nvPr/>
          </p:nvSpPr>
          <p:spPr>
            <a:xfrm>
              <a:off x="8185127"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5"/>
            <p:cNvSpPr/>
            <p:nvPr/>
          </p:nvSpPr>
          <p:spPr>
            <a:xfrm>
              <a:off x="8185127"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5"/>
            <p:cNvSpPr/>
            <p:nvPr/>
          </p:nvSpPr>
          <p:spPr>
            <a:xfrm>
              <a:off x="8185127"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5"/>
            <p:cNvSpPr/>
            <p:nvPr/>
          </p:nvSpPr>
          <p:spPr>
            <a:xfrm>
              <a:off x="8185127"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5"/>
            <p:cNvSpPr/>
            <p:nvPr/>
          </p:nvSpPr>
          <p:spPr>
            <a:xfrm>
              <a:off x="8185127"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5"/>
            <p:cNvSpPr/>
            <p:nvPr/>
          </p:nvSpPr>
          <p:spPr>
            <a:xfrm>
              <a:off x="8185127"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5"/>
            <p:cNvSpPr/>
            <p:nvPr/>
          </p:nvSpPr>
          <p:spPr>
            <a:xfrm>
              <a:off x="818511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5"/>
            <p:cNvSpPr/>
            <p:nvPr/>
          </p:nvSpPr>
          <p:spPr>
            <a:xfrm>
              <a:off x="818511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5"/>
            <p:cNvSpPr/>
            <p:nvPr/>
          </p:nvSpPr>
          <p:spPr>
            <a:xfrm>
              <a:off x="818511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5"/>
            <p:cNvSpPr/>
            <p:nvPr/>
          </p:nvSpPr>
          <p:spPr>
            <a:xfrm>
              <a:off x="818511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5"/>
            <p:cNvSpPr/>
            <p:nvPr/>
          </p:nvSpPr>
          <p:spPr>
            <a:xfrm>
              <a:off x="818511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5"/>
            <p:cNvSpPr/>
            <p:nvPr/>
          </p:nvSpPr>
          <p:spPr>
            <a:xfrm>
              <a:off x="818511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5"/>
            <p:cNvSpPr/>
            <p:nvPr/>
          </p:nvSpPr>
          <p:spPr>
            <a:xfrm>
              <a:off x="8185102"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5"/>
            <p:cNvSpPr/>
            <p:nvPr/>
          </p:nvSpPr>
          <p:spPr>
            <a:xfrm>
              <a:off x="8185102"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5"/>
            <p:cNvSpPr/>
            <p:nvPr/>
          </p:nvSpPr>
          <p:spPr>
            <a:xfrm>
              <a:off x="8430822"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5"/>
            <p:cNvSpPr/>
            <p:nvPr/>
          </p:nvSpPr>
          <p:spPr>
            <a:xfrm>
              <a:off x="8430822"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5"/>
            <p:cNvSpPr/>
            <p:nvPr/>
          </p:nvSpPr>
          <p:spPr>
            <a:xfrm>
              <a:off x="8430822"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5"/>
            <p:cNvSpPr/>
            <p:nvPr/>
          </p:nvSpPr>
          <p:spPr>
            <a:xfrm>
              <a:off x="8430822"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5"/>
            <p:cNvSpPr/>
            <p:nvPr/>
          </p:nvSpPr>
          <p:spPr>
            <a:xfrm>
              <a:off x="8430822"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5"/>
            <p:cNvSpPr/>
            <p:nvPr/>
          </p:nvSpPr>
          <p:spPr>
            <a:xfrm>
              <a:off x="8430822"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5"/>
            <p:cNvSpPr/>
            <p:nvPr/>
          </p:nvSpPr>
          <p:spPr>
            <a:xfrm>
              <a:off x="8430822"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5"/>
            <p:cNvSpPr/>
            <p:nvPr/>
          </p:nvSpPr>
          <p:spPr>
            <a:xfrm>
              <a:off x="8430822"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5"/>
            <p:cNvSpPr/>
            <p:nvPr/>
          </p:nvSpPr>
          <p:spPr>
            <a:xfrm>
              <a:off x="8430822"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5"/>
            <p:cNvSpPr/>
            <p:nvPr/>
          </p:nvSpPr>
          <p:spPr>
            <a:xfrm>
              <a:off x="8430822"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5"/>
            <p:cNvSpPr/>
            <p:nvPr/>
          </p:nvSpPr>
          <p:spPr>
            <a:xfrm>
              <a:off x="8430822"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5"/>
            <p:cNvSpPr/>
            <p:nvPr/>
          </p:nvSpPr>
          <p:spPr>
            <a:xfrm>
              <a:off x="8430822"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5"/>
            <p:cNvSpPr/>
            <p:nvPr/>
          </p:nvSpPr>
          <p:spPr>
            <a:xfrm>
              <a:off x="843081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5"/>
            <p:cNvSpPr/>
            <p:nvPr/>
          </p:nvSpPr>
          <p:spPr>
            <a:xfrm>
              <a:off x="843081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5"/>
            <p:cNvSpPr/>
            <p:nvPr/>
          </p:nvSpPr>
          <p:spPr>
            <a:xfrm>
              <a:off x="843081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5"/>
            <p:cNvSpPr/>
            <p:nvPr/>
          </p:nvSpPr>
          <p:spPr>
            <a:xfrm>
              <a:off x="843081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5"/>
            <p:cNvSpPr/>
            <p:nvPr/>
          </p:nvSpPr>
          <p:spPr>
            <a:xfrm>
              <a:off x="843081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5"/>
            <p:cNvSpPr/>
            <p:nvPr/>
          </p:nvSpPr>
          <p:spPr>
            <a:xfrm>
              <a:off x="843081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5"/>
            <p:cNvSpPr/>
            <p:nvPr/>
          </p:nvSpPr>
          <p:spPr>
            <a:xfrm>
              <a:off x="843079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5"/>
            <p:cNvSpPr/>
            <p:nvPr/>
          </p:nvSpPr>
          <p:spPr>
            <a:xfrm>
              <a:off x="843079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5"/>
            <p:cNvSpPr/>
            <p:nvPr/>
          </p:nvSpPr>
          <p:spPr>
            <a:xfrm>
              <a:off x="8676518"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5"/>
            <p:cNvSpPr/>
            <p:nvPr/>
          </p:nvSpPr>
          <p:spPr>
            <a:xfrm>
              <a:off x="8676518"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5"/>
            <p:cNvSpPr/>
            <p:nvPr/>
          </p:nvSpPr>
          <p:spPr>
            <a:xfrm>
              <a:off x="8676518"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5"/>
            <p:cNvSpPr/>
            <p:nvPr/>
          </p:nvSpPr>
          <p:spPr>
            <a:xfrm>
              <a:off x="8676518"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5"/>
            <p:cNvSpPr/>
            <p:nvPr/>
          </p:nvSpPr>
          <p:spPr>
            <a:xfrm>
              <a:off x="8676518"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5"/>
            <p:cNvSpPr/>
            <p:nvPr/>
          </p:nvSpPr>
          <p:spPr>
            <a:xfrm>
              <a:off x="8676518"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5"/>
            <p:cNvSpPr/>
            <p:nvPr/>
          </p:nvSpPr>
          <p:spPr>
            <a:xfrm>
              <a:off x="8676518"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5"/>
            <p:cNvSpPr/>
            <p:nvPr/>
          </p:nvSpPr>
          <p:spPr>
            <a:xfrm>
              <a:off x="8676518"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5"/>
            <p:cNvSpPr/>
            <p:nvPr/>
          </p:nvSpPr>
          <p:spPr>
            <a:xfrm>
              <a:off x="8676518"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5"/>
            <p:cNvSpPr/>
            <p:nvPr/>
          </p:nvSpPr>
          <p:spPr>
            <a:xfrm>
              <a:off x="8676518"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5"/>
            <p:cNvSpPr/>
            <p:nvPr/>
          </p:nvSpPr>
          <p:spPr>
            <a:xfrm>
              <a:off x="8676518"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5"/>
            <p:cNvSpPr/>
            <p:nvPr/>
          </p:nvSpPr>
          <p:spPr>
            <a:xfrm>
              <a:off x="8676518"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5"/>
            <p:cNvSpPr/>
            <p:nvPr/>
          </p:nvSpPr>
          <p:spPr>
            <a:xfrm>
              <a:off x="8676505"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5"/>
            <p:cNvSpPr/>
            <p:nvPr/>
          </p:nvSpPr>
          <p:spPr>
            <a:xfrm>
              <a:off x="8676505"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5"/>
            <p:cNvSpPr/>
            <p:nvPr/>
          </p:nvSpPr>
          <p:spPr>
            <a:xfrm>
              <a:off x="8676505"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5"/>
            <p:cNvSpPr/>
            <p:nvPr/>
          </p:nvSpPr>
          <p:spPr>
            <a:xfrm>
              <a:off x="8676505"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5"/>
            <p:cNvSpPr/>
            <p:nvPr/>
          </p:nvSpPr>
          <p:spPr>
            <a:xfrm>
              <a:off x="8676505"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5"/>
            <p:cNvSpPr/>
            <p:nvPr/>
          </p:nvSpPr>
          <p:spPr>
            <a:xfrm>
              <a:off x="8676505"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5"/>
            <p:cNvSpPr/>
            <p:nvPr/>
          </p:nvSpPr>
          <p:spPr>
            <a:xfrm>
              <a:off x="8676493"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5"/>
            <p:cNvSpPr/>
            <p:nvPr/>
          </p:nvSpPr>
          <p:spPr>
            <a:xfrm>
              <a:off x="8676493"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5"/>
            <p:cNvSpPr/>
            <p:nvPr/>
          </p:nvSpPr>
          <p:spPr>
            <a:xfrm>
              <a:off x="89222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5"/>
            <p:cNvSpPr/>
            <p:nvPr/>
          </p:nvSpPr>
          <p:spPr>
            <a:xfrm>
              <a:off x="89222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5"/>
            <p:cNvSpPr/>
            <p:nvPr/>
          </p:nvSpPr>
          <p:spPr>
            <a:xfrm>
              <a:off x="89222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5"/>
            <p:cNvSpPr/>
            <p:nvPr/>
          </p:nvSpPr>
          <p:spPr>
            <a:xfrm>
              <a:off x="89222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5"/>
            <p:cNvSpPr/>
            <p:nvPr/>
          </p:nvSpPr>
          <p:spPr>
            <a:xfrm>
              <a:off x="89222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5"/>
            <p:cNvSpPr/>
            <p:nvPr/>
          </p:nvSpPr>
          <p:spPr>
            <a:xfrm>
              <a:off x="89222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5"/>
            <p:cNvSpPr/>
            <p:nvPr/>
          </p:nvSpPr>
          <p:spPr>
            <a:xfrm>
              <a:off x="89222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5"/>
            <p:cNvSpPr/>
            <p:nvPr/>
          </p:nvSpPr>
          <p:spPr>
            <a:xfrm>
              <a:off x="89222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5"/>
            <p:cNvSpPr/>
            <p:nvPr/>
          </p:nvSpPr>
          <p:spPr>
            <a:xfrm>
              <a:off x="89222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5"/>
            <p:cNvSpPr/>
            <p:nvPr/>
          </p:nvSpPr>
          <p:spPr>
            <a:xfrm>
              <a:off x="89222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5"/>
            <p:cNvSpPr/>
            <p:nvPr/>
          </p:nvSpPr>
          <p:spPr>
            <a:xfrm>
              <a:off x="89222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5"/>
            <p:cNvSpPr/>
            <p:nvPr/>
          </p:nvSpPr>
          <p:spPr>
            <a:xfrm>
              <a:off x="89222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5"/>
            <p:cNvSpPr/>
            <p:nvPr/>
          </p:nvSpPr>
          <p:spPr>
            <a:xfrm>
              <a:off x="89222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5"/>
            <p:cNvSpPr/>
            <p:nvPr/>
          </p:nvSpPr>
          <p:spPr>
            <a:xfrm>
              <a:off x="89222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5"/>
            <p:cNvSpPr/>
            <p:nvPr/>
          </p:nvSpPr>
          <p:spPr>
            <a:xfrm>
              <a:off x="89222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5"/>
            <p:cNvSpPr/>
            <p:nvPr/>
          </p:nvSpPr>
          <p:spPr>
            <a:xfrm>
              <a:off x="89222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5"/>
            <p:cNvSpPr/>
            <p:nvPr/>
          </p:nvSpPr>
          <p:spPr>
            <a:xfrm>
              <a:off x="89222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5"/>
            <p:cNvSpPr/>
            <p:nvPr/>
          </p:nvSpPr>
          <p:spPr>
            <a:xfrm>
              <a:off x="89222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5"/>
            <p:cNvSpPr/>
            <p:nvPr/>
          </p:nvSpPr>
          <p:spPr>
            <a:xfrm>
              <a:off x="89221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5"/>
            <p:cNvSpPr/>
            <p:nvPr/>
          </p:nvSpPr>
          <p:spPr>
            <a:xfrm>
              <a:off x="89221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5"/>
            <p:cNvSpPr/>
            <p:nvPr/>
          </p:nvSpPr>
          <p:spPr>
            <a:xfrm>
              <a:off x="2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5"/>
            <p:cNvSpPr/>
            <p:nvPr/>
          </p:nvSpPr>
          <p:spPr>
            <a:xfrm>
              <a:off x="21763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5"/>
            <p:cNvSpPr/>
            <p:nvPr/>
          </p:nvSpPr>
          <p:spPr>
            <a:xfrm>
              <a:off x="4352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5"/>
            <p:cNvSpPr/>
            <p:nvPr/>
          </p:nvSpPr>
          <p:spPr>
            <a:xfrm>
              <a:off x="65284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5"/>
            <p:cNvSpPr/>
            <p:nvPr/>
          </p:nvSpPr>
          <p:spPr>
            <a:xfrm>
              <a:off x="87044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5"/>
            <p:cNvSpPr/>
            <p:nvPr/>
          </p:nvSpPr>
          <p:spPr>
            <a:xfrm>
              <a:off x="108805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5"/>
            <p:cNvSpPr/>
            <p:nvPr/>
          </p:nvSpPr>
          <p:spPr>
            <a:xfrm>
              <a:off x="13056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5"/>
            <p:cNvSpPr/>
            <p:nvPr/>
          </p:nvSpPr>
          <p:spPr>
            <a:xfrm>
              <a:off x="155135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5"/>
            <p:cNvSpPr/>
            <p:nvPr/>
          </p:nvSpPr>
          <p:spPr>
            <a:xfrm>
              <a:off x="17970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5"/>
            <p:cNvSpPr/>
            <p:nvPr/>
          </p:nvSpPr>
          <p:spPr>
            <a:xfrm>
              <a:off x="20427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5"/>
            <p:cNvSpPr/>
            <p:nvPr/>
          </p:nvSpPr>
          <p:spPr>
            <a:xfrm>
              <a:off x="22884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5"/>
            <p:cNvSpPr/>
            <p:nvPr/>
          </p:nvSpPr>
          <p:spPr>
            <a:xfrm>
              <a:off x="253413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5"/>
            <p:cNvSpPr/>
            <p:nvPr/>
          </p:nvSpPr>
          <p:spPr>
            <a:xfrm>
              <a:off x="27798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5"/>
            <p:cNvSpPr/>
            <p:nvPr/>
          </p:nvSpPr>
          <p:spPr>
            <a:xfrm>
              <a:off x="30255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5"/>
            <p:cNvSpPr/>
            <p:nvPr/>
          </p:nvSpPr>
          <p:spPr>
            <a:xfrm>
              <a:off x="32712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5"/>
            <p:cNvSpPr/>
            <p:nvPr/>
          </p:nvSpPr>
          <p:spPr>
            <a:xfrm>
              <a:off x="351691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5"/>
            <p:cNvSpPr/>
            <p:nvPr/>
          </p:nvSpPr>
          <p:spPr>
            <a:xfrm>
              <a:off x="37626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5"/>
            <p:cNvSpPr/>
            <p:nvPr/>
          </p:nvSpPr>
          <p:spPr>
            <a:xfrm>
              <a:off x="400830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5"/>
            <p:cNvSpPr/>
            <p:nvPr/>
          </p:nvSpPr>
          <p:spPr>
            <a:xfrm>
              <a:off x="425400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5"/>
            <p:cNvSpPr/>
            <p:nvPr/>
          </p:nvSpPr>
          <p:spPr>
            <a:xfrm>
              <a:off x="449969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5"/>
            <p:cNvSpPr/>
            <p:nvPr/>
          </p:nvSpPr>
          <p:spPr>
            <a:xfrm>
              <a:off x="474539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5"/>
            <p:cNvSpPr/>
            <p:nvPr/>
          </p:nvSpPr>
          <p:spPr>
            <a:xfrm>
              <a:off x="499108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5"/>
            <p:cNvSpPr/>
            <p:nvPr/>
          </p:nvSpPr>
          <p:spPr>
            <a:xfrm>
              <a:off x="5236784"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5"/>
            <p:cNvSpPr/>
            <p:nvPr/>
          </p:nvSpPr>
          <p:spPr>
            <a:xfrm>
              <a:off x="5482479"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5"/>
            <p:cNvSpPr/>
            <p:nvPr/>
          </p:nvSpPr>
          <p:spPr>
            <a:xfrm>
              <a:off x="572817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5"/>
            <p:cNvSpPr/>
            <p:nvPr/>
          </p:nvSpPr>
          <p:spPr>
            <a:xfrm>
              <a:off x="597387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5"/>
            <p:cNvSpPr/>
            <p:nvPr/>
          </p:nvSpPr>
          <p:spPr>
            <a:xfrm>
              <a:off x="6219565"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5"/>
            <p:cNvSpPr/>
            <p:nvPr/>
          </p:nvSpPr>
          <p:spPr>
            <a:xfrm>
              <a:off x="6465260"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5"/>
            <p:cNvSpPr/>
            <p:nvPr/>
          </p:nvSpPr>
          <p:spPr>
            <a:xfrm>
              <a:off x="671095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5"/>
            <p:cNvSpPr/>
            <p:nvPr/>
          </p:nvSpPr>
          <p:spPr>
            <a:xfrm>
              <a:off x="695665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5"/>
            <p:cNvSpPr/>
            <p:nvPr/>
          </p:nvSpPr>
          <p:spPr>
            <a:xfrm>
              <a:off x="7202346"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5"/>
            <p:cNvSpPr/>
            <p:nvPr/>
          </p:nvSpPr>
          <p:spPr>
            <a:xfrm>
              <a:off x="7448041"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5"/>
            <p:cNvSpPr/>
            <p:nvPr/>
          </p:nvSpPr>
          <p:spPr>
            <a:xfrm>
              <a:off x="769373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5"/>
            <p:cNvSpPr/>
            <p:nvPr/>
          </p:nvSpPr>
          <p:spPr>
            <a:xfrm>
              <a:off x="793943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5"/>
            <p:cNvSpPr/>
            <p:nvPr/>
          </p:nvSpPr>
          <p:spPr>
            <a:xfrm>
              <a:off x="8185127"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5"/>
            <p:cNvSpPr/>
            <p:nvPr/>
          </p:nvSpPr>
          <p:spPr>
            <a:xfrm>
              <a:off x="8430822"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5"/>
            <p:cNvSpPr/>
            <p:nvPr/>
          </p:nvSpPr>
          <p:spPr>
            <a:xfrm>
              <a:off x="8676518"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5"/>
            <p:cNvSpPr/>
            <p:nvPr/>
          </p:nvSpPr>
          <p:spPr>
            <a:xfrm>
              <a:off x="89222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5"/>
            <p:cNvSpPr/>
            <p:nvPr/>
          </p:nvSpPr>
          <p:spPr>
            <a:xfrm>
              <a:off x="9167913" y="1895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5"/>
            <p:cNvSpPr/>
            <p:nvPr/>
          </p:nvSpPr>
          <p:spPr>
            <a:xfrm>
              <a:off x="9167913" y="4428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5"/>
            <p:cNvSpPr/>
            <p:nvPr/>
          </p:nvSpPr>
          <p:spPr>
            <a:xfrm>
              <a:off x="9167913" y="6961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5"/>
            <p:cNvSpPr/>
            <p:nvPr/>
          </p:nvSpPr>
          <p:spPr>
            <a:xfrm>
              <a:off x="9167913" y="9493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5"/>
            <p:cNvSpPr/>
            <p:nvPr/>
          </p:nvSpPr>
          <p:spPr>
            <a:xfrm>
              <a:off x="9167913" y="12026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5"/>
            <p:cNvSpPr/>
            <p:nvPr/>
          </p:nvSpPr>
          <p:spPr>
            <a:xfrm>
              <a:off x="9167913" y="14559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5"/>
            <p:cNvSpPr/>
            <p:nvPr/>
          </p:nvSpPr>
          <p:spPr>
            <a:xfrm>
              <a:off x="9167913" y="17092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5"/>
            <p:cNvSpPr/>
            <p:nvPr/>
          </p:nvSpPr>
          <p:spPr>
            <a:xfrm>
              <a:off x="9167913" y="19625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5"/>
            <p:cNvSpPr/>
            <p:nvPr/>
          </p:nvSpPr>
          <p:spPr>
            <a:xfrm>
              <a:off x="9167913" y="22158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5"/>
            <p:cNvSpPr/>
            <p:nvPr/>
          </p:nvSpPr>
          <p:spPr>
            <a:xfrm>
              <a:off x="9167913" y="24691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5"/>
            <p:cNvSpPr/>
            <p:nvPr/>
          </p:nvSpPr>
          <p:spPr>
            <a:xfrm>
              <a:off x="9167913" y="27224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5"/>
            <p:cNvSpPr/>
            <p:nvPr/>
          </p:nvSpPr>
          <p:spPr>
            <a:xfrm>
              <a:off x="9167913" y="2975702"/>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5"/>
            <p:cNvSpPr/>
            <p:nvPr/>
          </p:nvSpPr>
          <p:spPr>
            <a:xfrm>
              <a:off x="9167900" y="3228991"/>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5"/>
            <p:cNvSpPr/>
            <p:nvPr/>
          </p:nvSpPr>
          <p:spPr>
            <a:xfrm>
              <a:off x="9167900" y="3482280"/>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5"/>
            <p:cNvSpPr/>
            <p:nvPr/>
          </p:nvSpPr>
          <p:spPr>
            <a:xfrm>
              <a:off x="9167900" y="3735569"/>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5"/>
            <p:cNvSpPr/>
            <p:nvPr/>
          </p:nvSpPr>
          <p:spPr>
            <a:xfrm>
              <a:off x="9167900" y="3988858"/>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5"/>
            <p:cNvSpPr/>
            <p:nvPr/>
          </p:nvSpPr>
          <p:spPr>
            <a:xfrm>
              <a:off x="9167900" y="4242147"/>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5"/>
            <p:cNvSpPr/>
            <p:nvPr/>
          </p:nvSpPr>
          <p:spPr>
            <a:xfrm>
              <a:off x="9167900" y="4495435"/>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5"/>
            <p:cNvSpPr/>
            <p:nvPr/>
          </p:nvSpPr>
          <p:spPr>
            <a:xfrm>
              <a:off x="9167888" y="4748724"/>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5"/>
            <p:cNvSpPr/>
            <p:nvPr/>
          </p:nvSpPr>
          <p:spPr>
            <a:xfrm>
              <a:off x="9167888" y="5002013"/>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5"/>
            <p:cNvSpPr/>
            <p:nvPr/>
          </p:nvSpPr>
          <p:spPr>
            <a:xfrm>
              <a:off x="9167913" y="-63776"/>
              <a:ext cx="141600" cy="141600"/>
            </a:xfrm>
            <a:prstGeom prst="mathPlus">
              <a:avLst>
                <a:gd name="adj1" fmla="val 708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44" name="Google Shape;25844;p35"/>
          <p:cNvGrpSpPr/>
          <p:nvPr/>
        </p:nvGrpSpPr>
        <p:grpSpPr>
          <a:xfrm>
            <a:off x="235650" y="204150"/>
            <a:ext cx="8683925" cy="4735200"/>
            <a:chOff x="235650" y="204150"/>
            <a:chExt cx="8683925" cy="4735200"/>
          </a:xfrm>
        </p:grpSpPr>
        <p:sp>
          <p:nvSpPr>
            <p:cNvPr id="25845" name="Google Shape;25845;p35"/>
            <p:cNvSpPr/>
            <p:nvPr/>
          </p:nvSpPr>
          <p:spPr>
            <a:xfrm>
              <a:off x="235650" y="204150"/>
              <a:ext cx="8672700" cy="4735200"/>
            </a:xfrm>
            <a:prstGeom prst="roundRect">
              <a:avLst>
                <a:gd name="adj" fmla="val 3441"/>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846" name="Google Shape;25846;p35"/>
            <p:cNvCxnSpPr/>
            <p:nvPr/>
          </p:nvCxnSpPr>
          <p:spPr>
            <a:xfrm>
              <a:off x="240875" y="543800"/>
              <a:ext cx="8678700" cy="0"/>
            </a:xfrm>
            <a:prstGeom prst="straightConnector1">
              <a:avLst/>
            </a:prstGeom>
            <a:noFill/>
            <a:ln w="9525" cap="flat" cmpd="sng">
              <a:solidFill>
                <a:schemeClr val="dk1"/>
              </a:solidFill>
              <a:prstDash val="solid"/>
              <a:round/>
              <a:headEnd type="none" w="med" len="med"/>
              <a:tailEnd type="none" w="med" len="med"/>
            </a:ln>
          </p:spPr>
        </p:cxnSp>
        <p:sp>
          <p:nvSpPr>
            <p:cNvPr id="25847" name="Google Shape;25847;p35"/>
            <p:cNvSpPr/>
            <p:nvPr/>
          </p:nvSpPr>
          <p:spPr>
            <a:xfrm>
              <a:off x="7921050" y="290500"/>
              <a:ext cx="200700" cy="195300"/>
            </a:xfrm>
            <a:prstGeom prst="roundRect">
              <a:avLst>
                <a:gd name="adj" fmla="val 7198"/>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5"/>
            <p:cNvSpPr/>
            <p:nvPr/>
          </p:nvSpPr>
          <p:spPr>
            <a:xfrm>
              <a:off x="8225700" y="290500"/>
              <a:ext cx="200700" cy="195300"/>
            </a:xfrm>
            <a:prstGeom prst="roundRect">
              <a:avLst>
                <a:gd name="adj" fmla="val 7198"/>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5"/>
            <p:cNvSpPr/>
            <p:nvPr/>
          </p:nvSpPr>
          <p:spPr>
            <a:xfrm>
              <a:off x="8530350" y="290500"/>
              <a:ext cx="200700" cy="195300"/>
            </a:xfrm>
            <a:prstGeom prst="roundRect">
              <a:avLst>
                <a:gd name="adj" fmla="val 7198"/>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5850" name="Google Shape;25850;p35"/>
          <p:cNvCxnSpPr/>
          <p:nvPr/>
        </p:nvCxnSpPr>
        <p:spPr>
          <a:xfrm>
            <a:off x="578550" y="539500"/>
            <a:ext cx="0" cy="4398000"/>
          </a:xfrm>
          <a:prstGeom prst="straightConnector1">
            <a:avLst/>
          </a:prstGeom>
          <a:noFill/>
          <a:ln w="9525" cap="flat" cmpd="sng">
            <a:solidFill>
              <a:schemeClr val="dk1"/>
            </a:solidFill>
            <a:prstDash val="solid"/>
            <a:round/>
            <a:headEnd type="none" w="med" len="med"/>
            <a:tailEnd type="none" w="med" len="med"/>
          </a:ln>
        </p:spPr>
      </p:cxnSp>
      <p:cxnSp>
        <p:nvCxnSpPr>
          <p:cNvPr id="25851" name="Google Shape;25851;p35"/>
          <p:cNvCxnSpPr/>
          <p:nvPr/>
        </p:nvCxnSpPr>
        <p:spPr>
          <a:xfrm>
            <a:off x="8576675" y="539500"/>
            <a:ext cx="0" cy="4398000"/>
          </a:xfrm>
          <a:prstGeom prst="straightConnector1">
            <a:avLst/>
          </a:prstGeom>
          <a:noFill/>
          <a:ln w="9525" cap="flat" cmpd="sng">
            <a:solidFill>
              <a:schemeClr val="dk1"/>
            </a:solidFill>
            <a:prstDash val="solid"/>
            <a:round/>
            <a:headEnd type="none" w="med" len="med"/>
            <a:tailEnd type="none" w="med" len="med"/>
          </a:ln>
        </p:spPr>
      </p:cxn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1pPr>
            <a:lvl2pPr lvl="1"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2pPr>
            <a:lvl3pPr lvl="2"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3pPr>
            <a:lvl4pPr lvl="3"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4pPr>
            <a:lvl5pPr lvl="4"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5pPr>
            <a:lvl6pPr lvl="5"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6pPr>
            <a:lvl7pPr lvl="6"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7pPr>
            <a:lvl8pPr lvl="7"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8pPr>
            <a:lvl9pPr lvl="8" algn="ctr" rtl="0">
              <a:spcBef>
                <a:spcPts val="0"/>
              </a:spcBef>
              <a:spcAft>
                <a:spcPts val="0"/>
              </a:spcAft>
              <a:buClr>
                <a:schemeClr val="dk1"/>
              </a:buClr>
              <a:buSzPts val="3000"/>
              <a:buFont typeface="Spline Sans"/>
              <a:buNone/>
              <a:defRPr sz="3000">
                <a:solidFill>
                  <a:schemeClr val="dk1"/>
                </a:solidFill>
                <a:latin typeface="Spline Sans"/>
                <a:ea typeface="Spline Sans"/>
                <a:cs typeface="Spline Sans"/>
                <a:sym typeface="Spline Sans"/>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marL="914400" lvl="1"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2pPr>
            <a:lvl3pPr marL="1371600" lvl="2"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3pPr>
            <a:lvl4pPr marL="1828800" lvl="3"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4pPr>
            <a:lvl5pPr marL="2286000" lvl="4"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5pPr>
            <a:lvl6pPr marL="2743200" lvl="5"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6pPr>
            <a:lvl7pPr marL="3200400" lvl="6"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7pPr>
            <a:lvl8pPr marL="3657600" lvl="7"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8pPr>
            <a:lvl9pPr marL="4114800" lvl="8"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1" r:id="rId2"/>
    <p:sldLayoutId id="2147483652" r:id="rId3"/>
    <p:sldLayoutId id="2147483653" r:id="rId4"/>
    <p:sldLayoutId id="2147483654" r:id="rId5"/>
    <p:sldLayoutId id="2147483655" r:id="rId6"/>
    <p:sldLayoutId id="2147483657" r:id="rId7"/>
    <p:sldLayoutId id="2147483658" r:id="rId8"/>
    <p:sldLayoutId id="2147483660" r:id="rId9"/>
    <p:sldLayoutId id="2147483661" r:id="rId10"/>
    <p:sldLayoutId id="2147483662" r:id="rId11"/>
    <p:sldLayoutId id="2147483664" r:id="rId12"/>
    <p:sldLayoutId id="2147483665" r:id="rId13"/>
    <p:sldLayoutId id="2147483666" r:id="rId14"/>
    <p:sldLayoutId id="2147483667" r:id="rId15"/>
    <p:sldLayoutId id="2147483668" r:id="rId16"/>
    <p:sldLayoutId id="2147483670" r:id="rId17"/>
    <p:sldLayoutId id="2147483671" r:id="rId18"/>
    <p:sldLayoutId id="2147483672" r:id="rId19"/>
    <p:sldLayoutId id="2147483673" r:id="rId20"/>
    <p:sldLayoutId id="2147483674" r:id="rId21"/>
    <p:sldLayoutId id="2147483675" r:id="rId22"/>
    <p:sldLayoutId id="2147483676" r:id="rId23"/>
    <p:sldLayoutId id="2147483677" r:id="rId24"/>
    <p:sldLayoutId id="2147483678" r:id="rId25"/>
    <p:sldLayoutId id="2147483680" r:id="rId26"/>
    <p:sldLayoutId id="2147483681" r:id="rId2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5861"/>
        <p:cNvGrpSpPr/>
        <p:nvPr/>
      </p:nvGrpSpPr>
      <p:grpSpPr>
        <a:xfrm>
          <a:off x="0" y="0"/>
          <a:ext cx="0" cy="0"/>
          <a:chOff x="0" y="0"/>
          <a:chExt cx="0" cy="0"/>
        </a:xfrm>
      </p:grpSpPr>
      <p:sp>
        <p:nvSpPr>
          <p:cNvPr id="25862" name="Google Shape;25862;p39"/>
          <p:cNvSpPr txBox="1">
            <a:spLocks noGrp="1"/>
          </p:cNvSpPr>
          <p:nvPr>
            <p:ph type="ctrTitle"/>
          </p:nvPr>
        </p:nvSpPr>
        <p:spPr>
          <a:xfrm>
            <a:off x="2043739" y="1542275"/>
            <a:ext cx="4964961" cy="173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Lost &amp; Found Application System</a:t>
            </a:r>
            <a:endParaRPr/>
          </a:p>
        </p:txBody>
      </p:sp>
      <p:sp>
        <p:nvSpPr>
          <p:cNvPr id="25863" name="Google Shape;25863;p39"/>
          <p:cNvSpPr txBox="1">
            <a:spLocks noGrp="1"/>
          </p:cNvSpPr>
          <p:nvPr>
            <p:ph type="subTitle" idx="1"/>
          </p:nvPr>
        </p:nvSpPr>
        <p:spPr>
          <a:xfrm>
            <a:off x="2031149" y="3315425"/>
            <a:ext cx="4587900" cy="403800"/>
          </a:xfrm>
          <a:prstGeom prst="rect">
            <a:avLst/>
          </a:prstGeom>
        </p:spPr>
        <p:txBody>
          <a:bodyPr spcFirstLastPara="1" wrap="square" lIns="91425" tIns="91425" rIns="91425" bIns="91425" anchor="t" anchorCtr="0">
            <a:noAutofit/>
          </a:bodyPr>
          <a:lstStyle/>
          <a:p>
            <a:pPr marL="0" indent="0"/>
            <a:r>
              <a:rPr lang="en"/>
              <a:t>By : Faizaan, Soumaya, &amp; Aissatou</a:t>
            </a:r>
          </a:p>
        </p:txBody>
      </p:sp>
      <p:sp>
        <p:nvSpPr>
          <p:cNvPr id="25864" name="Google Shape;25864;p39">
            <a:hlinkClick r:id="" action="ppaction://noaction"/>
          </p:cNvPr>
          <p:cNvSpPr txBox="1">
            <a:spLocks noGrp="1"/>
          </p:cNvSpPr>
          <p:nvPr>
            <p:ph type="subTitle" idx="1"/>
          </p:nvPr>
        </p:nvSpPr>
        <p:spPr>
          <a:xfrm>
            <a:off x="7385100" y="4023625"/>
            <a:ext cx="856800" cy="3489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Spline Sans"/>
                <a:ea typeface="Spline Sans"/>
                <a:cs typeface="Spline Sans"/>
                <a:sym typeface="Spline Sans"/>
              </a:rPr>
              <a:t>Start</a:t>
            </a:r>
            <a:endParaRPr>
              <a:latin typeface="Spline Sans"/>
              <a:ea typeface="Spline Sans"/>
              <a:cs typeface="Spline Sans"/>
              <a:sym typeface="Spline Sans"/>
            </a:endParaRPr>
          </a:p>
        </p:txBody>
      </p:sp>
      <p:sp>
        <p:nvSpPr>
          <p:cNvPr id="25865" name="Google Shape;25865;p39"/>
          <p:cNvSpPr/>
          <p:nvPr/>
        </p:nvSpPr>
        <p:spPr>
          <a:xfrm rot="2533043">
            <a:off x="7219502" y="4267288"/>
            <a:ext cx="205374" cy="307728"/>
          </a:xfrm>
          <a:prstGeom prst="upArrow">
            <a:avLst>
              <a:gd name="adj1" fmla="val 26856"/>
              <a:gd name="adj2" fmla="val 951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66" name="Google Shape;25866;p39"/>
          <p:cNvGrpSpPr/>
          <p:nvPr/>
        </p:nvGrpSpPr>
        <p:grpSpPr>
          <a:xfrm>
            <a:off x="713225" y="3889873"/>
            <a:ext cx="663844" cy="434242"/>
            <a:chOff x="4538725" y="735348"/>
            <a:chExt cx="663844" cy="434242"/>
          </a:xfrm>
        </p:grpSpPr>
        <p:sp>
          <p:nvSpPr>
            <p:cNvPr id="25867" name="Google Shape;25867;p39"/>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9"/>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69" name="Google Shape;25869;p39"/>
          <p:cNvGrpSpPr/>
          <p:nvPr/>
        </p:nvGrpSpPr>
        <p:grpSpPr>
          <a:xfrm>
            <a:off x="713225" y="3232261"/>
            <a:ext cx="663844" cy="434242"/>
            <a:chOff x="4538725" y="735348"/>
            <a:chExt cx="663844" cy="434242"/>
          </a:xfrm>
        </p:grpSpPr>
        <p:sp>
          <p:nvSpPr>
            <p:cNvPr id="25870" name="Google Shape;25870;p39"/>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9"/>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2" name="Google Shape;25872;p39"/>
          <p:cNvGrpSpPr/>
          <p:nvPr/>
        </p:nvGrpSpPr>
        <p:grpSpPr>
          <a:xfrm>
            <a:off x="713225" y="2574648"/>
            <a:ext cx="663844" cy="434242"/>
            <a:chOff x="4538725" y="735348"/>
            <a:chExt cx="663844" cy="434242"/>
          </a:xfrm>
        </p:grpSpPr>
        <p:sp>
          <p:nvSpPr>
            <p:cNvPr id="25873" name="Google Shape;25873;p39"/>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9"/>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5" name="Google Shape;25875;p39"/>
          <p:cNvGrpSpPr/>
          <p:nvPr/>
        </p:nvGrpSpPr>
        <p:grpSpPr>
          <a:xfrm>
            <a:off x="7690200" y="744637"/>
            <a:ext cx="551705" cy="676200"/>
            <a:chOff x="1016588" y="1168562"/>
            <a:chExt cx="551705" cy="676200"/>
          </a:xfrm>
        </p:grpSpPr>
        <p:sp>
          <p:nvSpPr>
            <p:cNvPr id="25876" name="Google Shape;25876;p39"/>
            <p:cNvSpPr/>
            <p:nvPr/>
          </p:nvSpPr>
          <p:spPr>
            <a:xfrm>
              <a:off x="1016588" y="1168562"/>
              <a:ext cx="551700" cy="676200"/>
            </a:xfrm>
            <a:prstGeom prst="snip1Rect">
              <a:avLst>
                <a:gd name="adj" fmla="val 16667"/>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9"/>
            <p:cNvSpPr/>
            <p:nvPr/>
          </p:nvSpPr>
          <p:spPr>
            <a:xfrm>
              <a:off x="1485493" y="1168562"/>
              <a:ext cx="82800" cy="88200"/>
            </a:xfrm>
            <a:prstGeom prst="rtTriangl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878" name="Google Shape;25878;p39"/>
            <p:cNvCxnSpPr/>
            <p:nvPr/>
          </p:nvCxnSpPr>
          <p:spPr>
            <a:xfrm>
              <a:off x="1072388" y="1344070"/>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79" name="Google Shape;25879;p39"/>
            <p:cNvCxnSpPr/>
            <p:nvPr/>
          </p:nvCxnSpPr>
          <p:spPr>
            <a:xfrm>
              <a:off x="1072388" y="1393878"/>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80" name="Google Shape;25880;p39"/>
            <p:cNvCxnSpPr/>
            <p:nvPr/>
          </p:nvCxnSpPr>
          <p:spPr>
            <a:xfrm>
              <a:off x="1072388" y="1443687"/>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81" name="Google Shape;25881;p39"/>
            <p:cNvCxnSpPr/>
            <p:nvPr/>
          </p:nvCxnSpPr>
          <p:spPr>
            <a:xfrm>
              <a:off x="1072388" y="1493495"/>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82" name="Google Shape;25882;p39"/>
            <p:cNvCxnSpPr/>
            <p:nvPr/>
          </p:nvCxnSpPr>
          <p:spPr>
            <a:xfrm>
              <a:off x="1072388" y="1543303"/>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83" name="Google Shape;25883;p39"/>
            <p:cNvCxnSpPr/>
            <p:nvPr/>
          </p:nvCxnSpPr>
          <p:spPr>
            <a:xfrm>
              <a:off x="1072388" y="1593112"/>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84" name="Google Shape;25884;p39"/>
            <p:cNvCxnSpPr/>
            <p:nvPr/>
          </p:nvCxnSpPr>
          <p:spPr>
            <a:xfrm>
              <a:off x="1072388" y="1642920"/>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85" name="Google Shape;25885;p39"/>
            <p:cNvCxnSpPr/>
            <p:nvPr/>
          </p:nvCxnSpPr>
          <p:spPr>
            <a:xfrm>
              <a:off x="1072388" y="1692728"/>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86" name="Google Shape;25886;p39"/>
            <p:cNvCxnSpPr/>
            <p:nvPr/>
          </p:nvCxnSpPr>
          <p:spPr>
            <a:xfrm>
              <a:off x="1072388" y="1742537"/>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87" name="Google Shape;25887;p39"/>
            <p:cNvCxnSpPr/>
            <p:nvPr/>
          </p:nvCxnSpPr>
          <p:spPr>
            <a:xfrm>
              <a:off x="1072388" y="1294262"/>
              <a:ext cx="440100" cy="0"/>
            </a:xfrm>
            <a:prstGeom prst="straightConnector1">
              <a:avLst/>
            </a:prstGeom>
            <a:noFill/>
            <a:ln w="9525" cap="flat" cmpd="sng">
              <a:solidFill>
                <a:schemeClr val="lt2"/>
              </a:solidFill>
              <a:prstDash val="solid"/>
              <a:round/>
              <a:headEnd type="none" w="med" len="med"/>
              <a:tailEnd type="none" w="med" len="med"/>
            </a:ln>
          </p:spPr>
        </p:cxnSp>
      </p:grpSp>
      <p:grpSp>
        <p:nvGrpSpPr>
          <p:cNvPr id="25888" name="Google Shape;25888;p39"/>
          <p:cNvGrpSpPr/>
          <p:nvPr/>
        </p:nvGrpSpPr>
        <p:grpSpPr>
          <a:xfrm>
            <a:off x="7501750" y="966062"/>
            <a:ext cx="551705" cy="676200"/>
            <a:chOff x="1016588" y="1168562"/>
            <a:chExt cx="551705" cy="676200"/>
          </a:xfrm>
        </p:grpSpPr>
        <p:sp>
          <p:nvSpPr>
            <p:cNvPr id="25889" name="Google Shape;25889;p39"/>
            <p:cNvSpPr/>
            <p:nvPr/>
          </p:nvSpPr>
          <p:spPr>
            <a:xfrm>
              <a:off x="1016588" y="1168562"/>
              <a:ext cx="551700" cy="676200"/>
            </a:xfrm>
            <a:prstGeom prst="snip1Rect">
              <a:avLst>
                <a:gd name="adj" fmla="val 16667"/>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9"/>
            <p:cNvSpPr/>
            <p:nvPr/>
          </p:nvSpPr>
          <p:spPr>
            <a:xfrm>
              <a:off x="1485493" y="1168562"/>
              <a:ext cx="82800" cy="88200"/>
            </a:xfrm>
            <a:prstGeom prst="rtTriangl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891" name="Google Shape;25891;p39"/>
            <p:cNvCxnSpPr/>
            <p:nvPr/>
          </p:nvCxnSpPr>
          <p:spPr>
            <a:xfrm>
              <a:off x="1072388" y="1344070"/>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92" name="Google Shape;25892;p39"/>
            <p:cNvCxnSpPr/>
            <p:nvPr/>
          </p:nvCxnSpPr>
          <p:spPr>
            <a:xfrm>
              <a:off x="1072388" y="1393878"/>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93" name="Google Shape;25893;p39"/>
            <p:cNvCxnSpPr/>
            <p:nvPr/>
          </p:nvCxnSpPr>
          <p:spPr>
            <a:xfrm>
              <a:off x="1072388" y="1443687"/>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94" name="Google Shape;25894;p39"/>
            <p:cNvCxnSpPr/>
            <p:nvPr/>
          </p:nvCxnSpPr>
          <p:spPr>
            <a:xfrm>
              <a:off x="1072388" y="1493495"/>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95" name="Google Shape;25895;p39"/>
            <p:cNvCxnSpPr/>
            <p:nvPr/>
          </p:nvCxnSpPr>
          <p:spPr>
            <a:xfrm>
              <a:off x="1072388" y="1543303"/>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96" name="Google Shape;25896;p39"/>
            <p:cNvCxnSpPr/>
            <p:nvPr/>
          </p:nvCxnSpPr>
          <p:spPr>
            <a:xfrm>
              <a:off x="1072388" y="1593112"/>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97" name="Google Shape;25897;p39"/>
            <p:cNvCxnSpPr/>
            <p:nvPr/>
          </p:nvCxnSpPr>
          <p:spPr>
            <a:xfrm>
              <a:off x="1072388" y="1642920"/>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98" name="Google Shape;25898;p39"/>
            <p:cNvCxnSpPr/>
            <p:nvPr/>
          </p:nvCxnSpPr>
          <p:spPr>
            <a:xfrm>
              <a:off x="1072388" y="1692728"/>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899" name="Google Shape;25899;p39"/>
            <p:cNvCxnSpPr/>
            <p:nvPr/>
          </p:nvCxnSpPr>
          <p:spPr>
            <a:xfrm>
              <a:off x="1072388" y="1742537"/>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00" name="Google Shape;25900;p39"/>
            <p:cNvCxnSpPr/>
            <p:nvPr/>
          </p:nvCxnSpPr>
          <p:spPr>
            <a:xfrm>
              <a:off x="1072388" y="1294262"/>
              <a:ext cx="440100" cy="0"/>
            </a:xfrm>
            <a:prstGeom prst="straightConnector1">
              <a:avLst/>
            </a:prstGeom>
            <a:noFill/>
            <a:ln w="9525" cap="flat" cmpd="sng">
              <a:solidFill>
                <a:schemeClr val="lt2"/>
              </a:solidFill>
              <a:prstDash val="solid"/>
              <a:round/>
              <a:headEnd type="none" w="med" len="med"/>
              <a:tailEnd type="none" w="med" len="med"/>
            </a:ln>
          </p:spPr>
        </p:cxnSp>
      </p:grpSp>
      <p:grpSp>
        <p:nvGrpSpPr>
          <p:cNvPr id="25901" name="Google Shape;25901;p39"/>
          <p:cNvGrpSpPr/>
          <p:nvPr/>
        </p:nvGrpSpPr>
        <p:grpSpPr>
          <a:xfrm>
            <a:off x="7290375" y="1175887"/>
            <a:ext cx="551705" cy="676200"/>
            <a:chOff x="1016588" y="1168562"/>
            <a:chExt cx="551705" cy="676200"/>
          </a:xfrm>
        </p:grpSpPr>
        <p:sp>
          <p:nvSpPr>
            <p:cNvPr id="25902" name="Google Shape;25902;p39"/>
            <p:cNvSpPr/>
            <p:nvPr/>
          </p:nvSpPr>
          <p:spPr>
            <a:xfrm>
              <a:off x="1016588" y="1168562"/>
              <a:ext cx="551700" cy="676200"/>
            </a:xfrm>
            <a:prstGeom prst="snip1Rect">
              <a:avLst>
                <a:gd name="adj" fmla="val 16667"/>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9"/>
            <p:cNvSpPr/>
            <p:nvPr/>
          </p:nvSpPr>
          <p:spPr>
            <a:xfrm>
              <a:off x="1485493" y="1168562"/>
              <a:ext cx="82800" cy="88200"/>
            </a:xfrm>
            <a:prstGeom prst="rtTriangl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904" name="Google Shape;25904;p39"/>
            <p:cNvCxnSpPr/>
            <p:nvPr/>
          </p:nvCxnSpPr>
          <p:spPr>
            <a:xfrm>
              <a:off x="1072388" y="1344070"/>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05" name="Google Shape;25905;p39"/>
            <p:cNvCxnSpPr/>
            <p:nvPr/>
          </p:nvCxnSpPr>
          <p:spPr>
            <a:xfrm>
              <a:off x="1072388" y="1393878"/>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06" name="Google Shape;25906;p39"/>
            <p:cNvCxnSpPr/>
            <p:nvPr/>
          </p:nvCxnSpPr>
          <p:spPr>
            <a:xfrm>
              <a:off x="1072388" y="1443687"/>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07" name="Google Shape;25907;p39"/>
            <p:cNvCxnSpPr/>
            <p:nvPr/>
          </p:nvCxnSpPr>
          <p:spPr>
            <a:xfrm>
              <a:off x="1072388" y="1493495"/>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08" name="Google Shape;25908;p39"/>
            <p:cNvCxnSpPr/>
            <p:nvPr/>
          </p:nvCxnSpPr>
          <p:spPr>
            <a:xfrm>
              <a:off x="1072388" y="1543303"/>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09" name="Google Shape;25909;p39"/>
            <p:cNvCxnSpPr/>
            <p:nvPr/>
          </p:nvCxnSpPr>
          <p:spPr>
            <a:xfrm>
              <a:off x="1072388" y="1593112"/>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10" name="Google Shape;25910;p39"/>
            <p:cNvCxnSpPr/>
            <p:nvPr/>
          </p:nvCxnSpPr>
          <p:spPr>
            <a:xfrm>
              <a:off x="1072388" y="1642920"/>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11" name="Google Shape;25911;p39"/>
            <p:cNvCxnSpPr/>
            <p:nvPr/>
          </p:nvCxnSpPr>
          <p:spPr>
            <a:xfrm>
              <a:off x="1072388" y="1692728"/>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12" name="Google Shape;25912;p39"/>
            <p:cNvCxnSpPr/>
            <p:nvPr/>
          </p:nvCxnSpPr>
          <p:spPr>
            <a:xfrm>
              <a:off x="1072388" y="1742537"/>
              <a:ext cx="440100" cy="0"/>
            </a:xfrm>
            <a:prstGeom prst="straightConnector1">
              <a:avLst/>
            </a:prstGeom>
            <a:noFill/>
            <a:ln w="9525" cap="flat" cmpd="sng">
              <a:solidFill>
                <a:schemeClr val="lt2"/>
              </a:solidFill>
              <a:prstDash val="solid"/>
              <a:round/>
              <a:headEnd type="none" w="med" len="med"/>
              <a:tailEnd type="none" w="med" len="med"/>
            </a:ln>
          </p:spPr>
        </p:cxnSp>
        <p:cxnSp>
          <p:nvCxnSpPr>
            <p:cNvPr id="25913" name="Google Shape;25913;p39"/>
            <p:cNvCxnSpPr/>
            <p:nvPr/>
          </p:nvCxnSpPr>
          <p:spPr>
            <a:xfrm>
              <a:off x="1072388" y="1294262"/>
              <a:ext cx="440100" cy="0"/>
            </a:xfrm>
            <a:prstGeom prst="straightConnector1">
              <a:avLst/>
            </a:prstGeom>
            <a:noFill/>
            <a:ln w="9525" cap="flat" cmpd="sng">
              <a:solidFill>
                <a:schemeClr val="lt2"/>
              </a:solidFill>
              <a:prstDash val="solid"/>
              <a:round/>
              <a:headEnd type="none" w="med" len="med"/>
              <a:tailEnd type="none" w="med" len="med"/>
            </a:ln>
          </p:spPr>
        </p:cxn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BEC228-FA45-5DD1-DD63-816CEEF3B7C9}"/>
              </a:ext>
            </a:extLst>
          </p:cNvPr>
          <p:cNvSpPr>
            <a:spLocks noGrp="1"/>
          </p:cNvSpPr>
          <p:nvPr>
            <p:ph type="title"/>
          </p:nvPr>
        </p:nvSpPr>
        <p:spPr>
          <a:xfrm>
            <a:off x="437131" y="1070533"/>
            <a:ext cx="8711652" cy="937602"/>
          </a:xfrm>
        </p:spPr>
        <p:txBody>
          <a:bodyPr/>
          <a:lstStyle/>
          <a:p>
            <a:pPr marL="514350" indent="-514350">
              <a:buAutoNum type="arabicPeriod"/>
            </a:pPr>
            <a:r>
              <a:rPr lang="en-US" sz="3200"/>
              <a:t>What Problem(s) does your software hope to solve ? </a:t>
            </a:r>
            <a:endParaRPr lang="en-US"/>
          </a:p>
        </p:txBody>
      </p:sp>
      <p:sp>
        <p:nvSpPr>
          <p:cNvPr id="3" name="Subtitle 2">
            <a:extLst>
              <a:ext uri="{FF2B5EF4-FFF2-40B4-BE49-F238E27FC236}">
                <a16:creationId xmlns:a16="http://schemas.microsoft.com/office/drawing/2014/main" id="{867EA0C7-8FA0-F069-9E66-B852E770EBF8}"/>
              </a:ext>
            </a:extLst>
          </p:cNvPr>
          <p:cNvSpPr>
            <a:spLocks noGrp="1"/>
          </p:cNvSpPr>
          <p:nvPr>
            <p:ph type="subTitle" idx="1"/>
          </p:nvPr>
        </p:nvSpPr>
        <p:spPr>
          <a:xfrm>
            <a:off x="663573" y="2222901"/>
            <a:ext cx="7816663" cy="1203085"/>
          </a:xfrm>
        </p:spPr>
        <p:txBody>
          <a:bodyPr/>
          <a:lstStyle/>
          <a:p>
            <a:r>
              <a:rPr lang="en-US" sz="1800">
                <a:solidFill>
                  <a:srgbClr val="000000"/>
                </a:solidFill>
                <a:cs typeface="Arial"/>
              </a:rPr>
              <a:t>The problem our software aims to solve is the difficulty students face when trying to recover lost items on campus. Currently, lost items are reported through scattered methods such as group chats, emails, or word of mouth, making them hard to track and search. As a result, many lost items are never returned. Our software addresses this issue by providing a centralized, organized system for reporting, matching, and safely returning lost items.</a:t>
            </a:r>
            <a:endParaRPr lang="en-US" sz="1800"/>
          </a:p>
        </p:txBody>
      </p:sp>
      <p:sp>
        <p:nvSpPr>
          <p:cNvPr id="9" name="Google Shape;25864;p39">
            <a:hlinkClick r:id="" action="ppaction://noaction"/>
            <a:extLst>
              <a:ext uri="{FF2B5EF4-FFF2-40B4-BE49-F238E27FC236}">
                <a16:creationId xmlns:a16="http://schemas.microsoft.com/office/drawing/2014/main" id="{6EC6DC57-4839-95AE-9497-ABC8845835BD}"/>
              </a:ext>
            </a:extLst>
          </p:cNvPr>
          <p:cNvSpPr txBox="1">
            <a:spLocks/>
          </p:cNvSpPr>
          <p:nvPr/>
        </p:nvSpPr>
        <p:spPr>
          <a:xfrm>
            <a:off x="5994091" y="4120672"/>
            <a:ext cx="856800" cy="3489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Barlow"/>
              <a:buNone/>
              <a:defRPr sz="1600" b="0" i="0" u="none" strike="noStrike" cap="none">
                <a:solidFill>
                  <a:schemeClr val="dk1"/>
                </a:solidFill>
                <a:latin typeface="Barlow"/>
                <a:ea typeface="Barlow"/>
                <a:cs typeface="Barlow"/>
                <a:sym typeface="Barlow"/>
              </a:defRPr>
            </a:lvl1pPr>
            <a:lvl2pPr marL="914400" marR="0" lvl="1" indent="-317500" algn="ctr" rtl="0">
              <a:lnSpc>
                <a:spcPct val="115000"/>
              </a:lnSpc>
              <a:spcBef>
                <a:spcPts val="0"/>
              </a:spcBef>
              <a:spcAft>
                <a:spcPts val="0"/>
              </a:spcAft>
              <a:buClr>
                <a:schemeClr val="dk1"/>
              </a:buClr>
              <a:buSzPts val="1400"/>
              <a:buFont typeface="Barlow"/>
              <a:buNone/>
              <a:defRPr sz="1400" b="0" i="0" u="none" strike="noStrike" cap="none">
                <a:solidFill>
                  <a:schemeClr val="dk1"/>
                </a:solidFill>
                <a:latin typeface="Barlow"/>
                <a:ea typeface="Barlow"/>
                <a:cs typeface="Barlow"/>
                <a:sym typeface="Barlow"/>
              </a:defRPr>
            </a:lvl2pPr>
            <a:lvl3pPr marL="1371600" marR="0" lvl="2" indent="-317500" algn="ctr" rtl="0">
              <a:lnSpc>
                <a:spcPct val="115000"/>
              </a:lnSpc>
              <a:spcBef>
                <a:spcPts val="0"/>
              </a:spcBef>
              <a:spcAft>
                <a:spcPts val="0"/>
              </a:spcAft>
              <a:buClr>
                <a:schemeClr val="dk1"/>
              </a:buClr>
              <a:buSzPts val="1400"/>
              <a:buFont typeface="Barlow"/>
              <a:buNone/>
              <a:defRPr sz="1400" b="0" i="0" u="none" strike="noStrike" cap="none">
                <a:solidFill>
                  <a:schemeClr val="dk1"/>
                </a:solidFill>
                <a:latin typeface="Barlow"/>
                <a:ea typeface="Barlow"/>
                <a:cs typeface="Barlow"/>
                <a:sym typeface="Barlow"/>
              </a:defRPr>
            </a:lvl3pPr>
            <a:lvl4pPr marL="1828800" marR="0" lvl="3" indent="-317500" algn="ctr" rtl="0">
              <a:lnSpc>
                <a:spcPct val="115000"/>
              </a:lnSpc>
              <a:spcBef>
                <a:spcPts val="0"/>
              </a:spcBef>
              <a:spcAft>
                <a:spcPts val="0"/>
              </a:spcAft>
              <a:buClr>
                <a:schemeClr val="dk1"/>
              </a:buClr>
              <a:buSzPts val="1400"/>
              <a:buFont typeface="Barlow"/>
              <a:buNone/>
              <a:defRPr sz="1400" b="0" i="0" u="none" strike="noStrike" cap="none">
                <a:solidFill>
                  <a:schemeClr val="dk1"/>
                </a:solidFill>
                <a:latin typeface="Barlow"/>
                <a:ea typeface="Barlow"/>
                <a:cs typeface="Barlow"/>
                <a:sym typeface="Barlow"/>
              </a:defRPr>
            </a:lvl4pPr>
            <a:lvl5pPr marL="2286000" marR="0" lvl="4" indent="-317500" algn="ctr" rtl="0">
              <a:lnSpc>
                <a:spcPct val="115000"/>
              </a:lnSpc>
              <a:spcBef>
                <a:spcPts val="0"/>
              </a:spcBef>
              <a:spcAft>
                <a:spcPts val="0"/>
              </a:spcAft>
              <a:buClr>
                <a:schemeClr val="dk1"/>
              </a:buClr>
              <a:buSzPts val="1400"/>
              <a:buFont typeface="Barlow"/>
              <a:buNone/>
              <a:defRPr sz="1400" b="0" i="0" u="none" strike="noStrike" cap="none">
                <a:solidFill>
                  <a:schemeClr val="dk1"/>
                </a:solidFill>
                <a:latin typeface="Barlow"/>
                <a:ea typeface="Barlow"/>
                <a:cs typeface="Barlow"/>
                <a:sym typeface="Barlow"/>
              </a:defRPr>
            </a:lvl5pPr>
            <a:lvl6pPr marL="2743200" marR="0" lvl="5" indent="-317500" algn="ctr" rtl="0">
              <a:lnSpc>
                <a:spcPct val="115000"/>
              </a:lnSpc>
              <a:spcBef>
                <a:spcPts val="0"/>
              </a:spcBef>
              <a:spcAft>
                <a:spcPts val="0"/>
              </a:spcAft>
              <a:buClr>
                <a:schemeClr val="dk1"/>
              </a:buClr>
              <a:buSzPts val="1400"/>
              <a:buFont typeface="Barlow"/>
              <a:buNone/>
              <a:defRPr sz="1400" b="0" i="0" u="none" strike="noStrike" cap="none">
                <a:solidFill>
                  <a:schemeClr val="dk1"/>
                </a:solidFill>
                <a:latin typeface="Barlow"/>
                <a:ea typeface="Barlow"/>
                <a:cs typeface="Barlow"/>
                <a:sym typeface="Barlow"/>
              </a:defRPr>
            </a:lvl6pPr>
            <a:lvl7pPr marL="3200400" marR="0" lvl="6" indent="-317500" algn="ctr" rtl="0">
              <a:lnSpc>
                <a:spcPct val="115000"/>
              </a:lnSpc>
              <a:spcBef>
                <a:spcPts val="0"/>
              </a:spcBef>
              <a:spcAft>
                <a:spcPts val="0"/>
              </a:spcAft>
              <a:buClr>
                <a:schemeClr val="dk1"/>
              </a:buClr>
              <a:buSzPts val="1400"/>
              <a:buFont typeface="Barlow"/>
              <a:buNone/>
              <a:defRPr sz="1400" b="0" i="0" u="none" strike="noStrike" cap="none">
                <a:solidFill>
                  <a:schemeClr val="dk1"/>
                </a:solidFill>
                <a:latin typeface="Barlow"/>
                <a:ea typeface="Barlow"/>
                <a:cs typeface="Barlow"/>
                <a:sym typeface="Barlow"/>
              </a:defRPr>
            </a:lvl7pPr>
            <a:lvl8pPr marL="3657600" marR="0" lvl="7" indent="-317500" algn="ctr" rtl="0">
              <a:lnSpc>
                <a:spcPct val="115000"/>
              </a:lnSpc>
              <a:spcBef>
                <a:spcPts val="0"/>
              </a:spcBef>
              <a:spcAft>
                <a:spcPts val="0"/>
              </a:spcAft>
              <a:buClr>
                <a:schemeClr val="dk1"/>
              </a:buClr>
              <a:buSzPts val="1400"/>
              <a:buFont typeface="Barlow"/>
              <a:buNone/>
              <a:defRPr sz="1400" b="0" i="0" u="none" strike="noStrike" cap="none">
                <a:solidFill>
                  <a:schemeClr val="dk1"/>
                </a:solidFill>
                <a:latin typeface="Barlow"/>
                <a:ea typeface="Barlow"/>
                <a:cs typeface="Barlow"/>
                <a:sym typeface="Barlow"/>
              </a:defRPr>
            </a:lvl8pPr>
            <a:lvl9pPr marL="4114800" marR="0" lvl="8" indent="-317500" algn="ctr" rtl="0">
              <a:lnSpc>
                <a:spcPct val="115000"/>
              </a:lnSpc>
              <a:spcBef>
                <a:spcPts val="0"/>
              </a:spcBef>
              <a:spcAft>
                <a:spcPts val="0"/>
              </a:spcAft>
              <a:buClr>
                <a:schemeClr val="dk1"/>
              </a:buClr>
              <a:buSzPts val="1400"/>
              <a:buFont typeface="Barlow"/>
              <a:buNone/>
              <a:defRPr sz="1400" b="0" i="0" u="none" strike="noStrike" cap="none">
                <a:solidFill>
                  <a:schemeClr val="dk1"/>
                </a:solidFill>
                <a:latin typeface="Barlow"/>
                <a:ea typeface="Barlow"/>
                <a:cs typeface="Barlow"/>
                <a:sym typeface="Barlow"/>
              </a:defRPr>
            </a:lvl9pPr>
          </a:lstStyle>
          <a:p>
            <a:pPr marL="0" indent="0" algn="ctr"/>
            <a:r>
              <a:rPr lang="en-US">
                <a:latin typeface="Spline Sans"/>
                <a:ea typeface="Spline Sans"/>
                <a:cs typeface="Spline Sans"/>
                <a:sym typeface="Spline Sans"/>
              </a:rPr>
              <a:t>Start</a:t>
            </a:r>
          </a:p>
        </p:txBody>
      </p:sp>
      <p:sp>
        <p:nvSpPr>
          <p:cNvPr id="11" name="Google Shape;25865;p39">
            <a:extLst>
              <a:ext uri="{FF2B5EF4-FFF2-40B4-BE49-F238E27FC236}">
                <a16:creationId xmlns:a16="http://schemas.microsoft.com/office/drawing/2014/main" id="{83BA21CF-177B-E2F4-9AA0-D1AF4E35D479}"/>
              </a:ext>
            </a:extLst>
          </p:cNvPr>
          <p:cNvSpPr/>
          <p:nvPr/>
        </p:nvSpPr>
        <p:spPr>
          <a:xfrm rot="2533043">
            <a:off x="5893191" y="4321203"/>
            <a:ext cx="205374" cy="307728"/>
          </a:xfrm>
          <a:prstGeom prst="upArrow">
            <a:avLst>
              <a:gd name="adj1" fmla="val 26856"/>
              <a:gd name="adj2" fmla="val 9510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0105289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B57B6C-552E-F642-999A-5FCE238B4FA5}"/>
              </a:ext>
            </a:extLst>
          </p:cNvPr>
          <p:cNvSpPr>
            <a:spLocks noGrp="1"/>
          </p:cNvSpPr>
          <p:nvPr>
            <p:ph type="title"/>
          </p:nvPr>
        </p:nvSpPr>
        <p:spPr/>
        <p:txBody>
          <a:bodyPr/>
          <a:lstStyle/>
          <a:p>
            <a:r>
              <a:rPr lang="en-US"/>
              <a:t>2. What Is one Competing Product</a:t>
            </a:r>
          </a:p>
        </p:txBody>
      </p:sp>
      <p:sp>
        <p:nvSpPr>
          <p:cNvPr id="3" name="Subtitle 2">
            <a:extLst>
              <a:ext uri="{FF2B5EF4-FFF2-40B4-BE49-F238E27FC236}">
                <a16:creationId xmlns:a16="http://schemas.microsoft.com/office/drawing/2014/main" id="{0C05F080-97F9-8C50-43F8-8565D428B0F2}"/>
              </a:ext>
            </a:extLst>
          </p:cNvPr>
          <p:cNvSpPr>
            <a:spLocks noGrp="1"/>
          </p:cNvSpPr>
          <p:nvPr>
            <p:ph type="subTitle" idx="1"/>
          </p:nvPr>
        </p:nvSpPr>
        <p:spPr>
          <a:xfrm>
            <a:off x="37221" y="1275149"/>
            <a:ext cx="8390229" cy="3328851"/>
          </a:xfrm>
        </p:spPr>
        <p:txBody>
          <a:bodyPr/>
          <a:lstStyle/>
          <a:p>
            <a:pPr>
              <a:buFont typeface="Arial"/>
              <a:buChar char="•"/>
            </a:pPr>
            <a:r>
              <a:rPr lang="en-US" sz="2400">
                <a:solidFill>
                  <a:srgbClr val="000000"/>
                </a:solidFill>
                <a:cs typeface="Arial"/>
              </a:rPr>
              <a:t>One competing product is the existing GSU Lost &amp; Found system. </a:t>
            </a:r>
            <a:endParaRPr lang="en-US">
              <a:solidFill>
                <a:srgbClr val="27421C"/>
              </a:solidFill>
              <a:cs typeface="Arial"/>
            </a:endParaRPr>
          </a:p>
          <a:p>
            <a:pPr lvl="1" algn="l">
              <a:lnSpc>
                <a:spcPct val="114999"/>
              </a:lnSpc>
              <a:buFont typeface="Courier New"/>
              <a:buChar char="o"/>
            </a:pPr>
            <a:r>
              <a:rPr lang="en-US" sz="2400">
                <a:solidFill>
                  <a:srgbClr val="000000"/>
                </a:solidFill>
                <a:cs typeface="Arial"/>
              </a:rPr>
              <a:t>Requires students to physically desk or university police to check for missing items </a:t>
            </a:r>
          </a:p>
          <a:p>
            <a:pPr>
              <a:buFont typeface="Arial"/>
              <a:buChar char="•"/>
            </a:pPr>
            <a:r>
              <a:rPr lang="en-US" sz="2400">
                <a:solidFill>
                  <a:srgbClr val="000000"/>
                </a:solidFill>
                <a:cs typeface="Arial"/>
              </a:rPr>
              <a:t> There’s no centralized or searchable online database, which makes it harder to know whether an item has been found. </a:t>
            </a:r>
            <a:endParaRPr lang="en-US" sz="2400"/>
          </a:p>
        </p:txBody>
      </p:sp>
    </p:spTree>
    <p:extLst>
      <p:ext uri="{BB962C8B-B14F-4D97-AF65-F5344CB8AC3E}">
        <p14:creationId xmlns:p14="http://schemas.microsoft.com/office/powerpoint/2010/main" val="242792265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5949"/>
        <p:cNvGrpSpPr/>
        <p:nvPr/>
      </p:nvGrpSpPr>
      <p:grpSpPr>
        <a:xfrm>
          <a:off x="0" y="0"/>
          <a:ext cx="0" cy="0"/>
          <a:chOff x="0" y="0"/>
          <a:chExt cx="0" cy="0"/>
        </a:xfrm>
      </p:grpSpPr>
      <p:sp>
        <p:nvSpPr>
          <p:cNvPr id="25950" name="Google Shape;25950;p42"/>
          <p:cNvSpPr txBox="1">
            <a:spLocks noGrp="1"/>
          </p:cNvSpPr>
          <p:nvPr>
            <p:ph type="title"/>
          </p:nvPr>
        </p:nvSpPr>
        <p:spPr>
          <a:xfrm>
            <a:off x="2011450" y="1480288"/>
            <a:ext cx="5362038" cy="1002300"/>
          </a:xfrm>
          <a:prstGeom prst="rect">
            <a:avLst/>
          </a:prstGeom>
        </p:spPr>
        <p:txBody>
          <a:bodyPr spcFirstLastPara="1" wrap="square" lIns="91425" tIns="91425" rIns="91425" bIns="91425" anchor="b" anchorCtr="0">
            <a:noAutofit/>
          </a:bodyPr>
          <a:lstStyle/>
          <a:p>
            <a:pPr lvl="0"/>
            <a:r>
              <a:rPr lang="en" sz="3000"/>
              <a:t>3. </a:t>
            </a:r>
            <a:r>
              <a:rPr lang="en-US" sz="3000"/>
              <a:t>How will your software be unique from its competitors?</a:t>
            </a:r>
            <a:endParaRPr sz="3000"/>
          </a:p>
        </p:txBody>
      </p:sp>
      <p:sp>
        <p:nvSpPr>
          <p:cNvPr id="25951" name="Google Shape;25951;p42"/>
          <p:cNvSpPr txBox="1">
            <a:spLocks noGrp="1"/>
          </p:cNvSpPr>
          <p:nvPr>
            <p:ph type="subTitle" idx="1"/>
          </p:nvPr>
        </p:nvSpPr>
        <p:spPr>
          <a:xfrm>
            <a:off x="1912590" y="2406212"/>
            <a:ext cx="4971760" cy="1497699"/>
          </a:xfrm>
          <a:prstGeom prst="rect">
            <a:avLst/>
          </a:prstGeom>
        </p:spPr>
        <p:txBody>
          <a:bodyPr spcFirstLastPara="1" wrap="square" lIns="91425" tIns="91425" rIns="91425" bIns="91425" anchor="t" anchorCtr="0">
            <a:noAutofit/>
          </a:bodyPr>
          <a:lstStyle/>
          <a:p>
            <a:r>
              <a:rPr lang="en-US"/>
              <a:t>       Our software will be unique because it is specifically designed for the college environment and is organized around campus-relevant locations. It prioritizes simplicity with a clean logic and efficient item matching. </a:t>
            </a:r>
          </a:p>
          <a:p>
            <a:br>
              <a:rPr lang="en-US"/>
            </a:br>
            <a:endParaRPr/>
          </a:p>
        </p:txBody>
      </p:sp>
      <p:grpSp>
        <p:nvGrpSpPr>
          <p:cNvPr id="25952" name="Google Shape;25952;p42"/>
          <p:cNvGrpSpPr/>
          <p:nvPr/>
        </p:nvGrpSpPr>
        <p:grpSpPr>
          <a:xfrm>
            <a:off x="997750" y="3012236"/>
            <a:ext cx="663844" cy="434242"/>
            <a:chOff x="4538725" y="735348"/>
            <a:chExt cx="663844" cy="434242"/>
          </a:xfrm>
        </p:grpSpPr>
        <p:sp>
          <p:nvSpPr>
            <p:cNvPr id="25953" name="Google Shape;25953;p42"/>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42"/>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5" name="Google Shape;25955;p42"/>
          <p:cNvGrpSpPr/>
          <p:nvPr/>
        </p:nvGrpSpPr>
        <p:grpSpPr>
          <a:xfrm>
            <a:off x="997750" y="2354623"/>
            <a:ext cx="663844" cy="434242"/>
            <a:chOff x="4538725" y="735348"/>
            <a:chExt cx="663844" cy="434242"/>
          </a:xfrm>
        </p:grpSpPr>
        <p:sp>
          <p:nvSpPr>
            <p:cNvPr id="25956" name="Google Shape;25956;p42"/>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42"/>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8" name="Google Shape;25958;p42"/>
          <p:cNvGrpSpPr/>
          <p:nvPr/>
        </p:nvGrpSpPr>
        <p:grpSpPr>
          <a:xfrm>
            <a:off x="997750" y="1697011"/>
            <a:ext cx="663844" cy="434242"/>
            <a:chOff x="4538725" y="735348"/>
            <a:chExt cx="663844" cy="434242"/>
          </a:xfrm>
        </p:grpSpPr>
        <p:sp>
          <p:nvSpPr>
            <p:cNvPr id="25959" name="Google Shape;25959;p42"/>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42"/>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61" name="Google Shape;25961;p42"/>
          <p:cNvGrpSpPr/>
          <p:nvPr/>
        </p:nvGrpSpPr>
        <p:grpSpPr>
          <a:xfrm>
            <a:off x="7879075" y="2661862"/>
            <a:ext cx="551705" cy="676200"/>
            <a:chOff x="1084150" y="3960900"/>
            <a:chExt cx="551705" cy="676200"/>
          </a:xfrm>
        </p:grpSpPr>
        <p:sp>
          <p:nvSpPr>
            <p:cNvPr id="25962" name="Google Shape;25962;p42"/>
            <p:cNvSpPr/>
            <p:nvPr/>
          </p:nvSpPr>
          <p:spPr>
            <a:xfrm>
              <a:off x="1084150" y="3960900"/>
              <a:ext cx="551700" cy="676200"/>
            </a:xfrm>
            <a:prstGeom prst="snip1Rect">
              <a:avLst>
                <a:gd name="adj" fmla="val 16667"/>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42"/>
            <p:cNvSpPr/>
            <p:nvPr/>
          </p:nvSpPr>
          <p:spPr>
            <a:xfrm>
              <a:off x="1553055" y="3960900"/>
              <a:ext cx="82800" cy="88200"/>
            </a:xfrm>
            <a:prstGeom prst="rtTriangl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964" name="Google Shape;25964;p42"/>
            <p:cNvCxnSpPr/>
            <p:nvPr/>
          </p:nvCxnSpPr>
          <p:spPr>
            <a:xfrm>
              <a:off x="1139950" y="413640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5" name="Google Shape;25965;p42"/>
            <p:cNvCxnSpPr/>
            <p:nvPr/>
          </p:nvCxnSpPr>
          <p:spPr>
            <a:xfrm>
              <a:off x="1139950" y="418621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6" name="Google Shape;25966;p42"/>
            <p:cNvCxnSpPr/>
            <p:nvPr/>
          </p:nvCxnSpPr>
          <p:spPr>
            <a:xfrm>
              <a:off x="1139950" y="423602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7" name="Google Shape;25967;p42"/>
            <p:cNvCxnSpPr/>
            <p:nvPr/>
          </p:nvCxnSpPr>
          <p:spPr>
            <a:xfrm>
              <a:off x="1139950" y="4285833"/>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8" name="Google Shape;25968;p42"/>
            <p:cNvCxnSpPr/>
            <p:nvPr/>
          </p:nvCxnSpPr>
          <p:spPr>
            <a:xfrm>
              <a:off x="1139950" y="4335642"/>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9" name="Google Shape;25969;p42"/>
            <p:cNvCxnSpPr/>
            <p:nvPr/>
          </p:nvCxnSpPr>
          <p:spPr>
            <a:xfrm>
              <a:off x="1139950" y="4385450"/>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0" name="Google Shape;25970;p42"/>
            <p:cNvCxnSpPr/>
            <p:nvPr/>
          </p:nvCxnSpPr>
          <p:spPr>
            <a:xfrm>
              <a:off x="1139950" y="443525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1" name="Google Shape;25971;p42"/>
            <p:cNvCxnSpPr/>
            <p:nvPr/>
          </p:nvCxnSpPr>
          <p:spPr>
            <a:xfrm>
              <a:off x="1139950" y="448506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2" name="Google Shape;25972;p42"/>
            <p:cNvCxnSpPr/>
            <p:nvPr/>
          </p:nvCxnSpPr>
          <p:spPr>
            <a:xfrm>
              <a:off x="1139950" y="453487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3" name="Google Shape;25973;p42"/>
            <p:cNvCxnSpPr/>
            <p:nvPr/>
          </p:nvCxnSpPr>
          <p:spPr>
            <a:xfrm>
              <a:off x="1139950" y="4086600"/>
              <a:ext cx="440100" cy="0"/>
            </a:xfrm>
            <a:prstGeom prst="straightConnector1">
              <a:avLst/>
            </a:prstGeom>
            <a:noFill/>
            <a:ln w="9525" cap="flat" cmpd="sng">
              <a:solidFill>
                <a:schemeClr val="dk1"/>
              </a:solidFill>
              <a:prstDash val="solid"/>
              <a:round/>
              <a:headEnd type="none" w="med" len="med"/>
              <a:tailEnd type="none" w="med" len="med"/>
            </a:ln>
          </p:spPr>
        </p:cxnSp>
      </p:grpSp>
      <p:grpSp>
        <p:nvGrpSpPr>
          <p:cNvPr id="25974" name="Google Shape;25974;p42"/>
          <p:cNvGrpSpPr/>
          <p:nvPr/>
        </p:nvGrpSpPr>
        <p:grpSpPr>
          <a:xfrm>
            <a:off x="7466900" y="3227712"/>
            <a:ext cx="551705" cy="676200"/>
            <a:chOff x="1084150" y="3960900"/>
            <a:chExt cx="551705" cy="676200"/>
          </a:xfrm>
        </p:grpSpPr>
        <p:sp>
          <p:nvSpPr>
            <p:cNvPr id="25975" name="Google Shape;25975;p42"/>
            <p:cNvSpPr/>
            <p:nvPr/>
          </p:nvSpPr>
          <p:spPr>
            <a:xfrm>
              <a:off x="1084150" y="3960900"/>
              <a:ext cx="551700" cy="676200"/>
            </a:xfrm>
            <a:prstGeom prst="snip1Rect">
              <a:avLst>
                <a:gd name="adj" fmla="val 16667"/>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42"/>
            <p:cNvSpPr/>
            <p:nvPr/>
          </p:nvSpPr>
          <p:spPr>
            <a:xfrm>
              <a:off x="1553055" y="3960900"/>
              <a:ext cx="82800" cy="88200"/>
            </a:xfrm>
            <a:prstGeom prst="rtTriangl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977" name="Google Shape;25977;p42"/>
            <p:cNvCxnSpPr/>
            <p:nvPr/>
          </p:nvCxnSpPr>
          <p:spPr>
            <a:xfrm>
              <a:off x="1139950" y="413640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8" name="Google Shape;25978;p42"/>
            <p:cNvCxnSpPr/>
            <p:nvPr/>
          </p:nvCxnSpPr>
          <p:spPr>
            <a:xfrm>
              <a:off x="1139950" y="418621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9" name="Google Shape;25979;p42"/>
            <p:cNvCxnSpPr/>
            <p:nvPr/>
          </p:nvCxnSpPr>
          <p:spPr>
            <a:xfrm>
              <a:off x="1139950" y="423602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0" name="Google Shape;25980;p42"/>
            <p:cNvCxnSpPr/>
            <p:nvPr/>
          </p:nvCxnSpPr>
          <p:spPr>
            <a:xfrm>
              <a:off x="1139950" y="4285833"/>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1" name="Google Shape;25981;p42"/>
            <p:cNvCxnSpPr/>
            <p:nvPr/>
          </p:nvCxnSpPr>
          <p:spPr>
            <a:xfrm>
              <a:off x="1139950" y="4335642"/>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2" name="Google Shape;25982;p42"/>
            <p:cNvCxnSpPr/>
            <p:nvPr/>
          </p:nvCxnSpPr>
          <p:spPr>
            <a:xfrm>
              <a:off x="1139950" y="4385450"/>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3" name="Google Shape;25983;p42"/>
            <p:cNvCxnSpPr/>
            <p:nvPr/>
          </p:nvCxnSpPr>
          <p:spPr>
            <a:xfrm>
              <a:off x="1139950" y="443525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4" name="Google Shape;25984;p42"/>
            <p:cNvCxnSpPr/>
            <p:nvPr/>
          </p:nvCxnSpPr>
          <p:spPr>
            <a:xfrm>
              <a:off x="1139950" y="448506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5" name="Google Shape;25985;p42"/>
            <p:cNvCxnSpPr/>
            <p:nvPr/>
          </p:nvCxnSpPr>
          <p:spPr>
            <a:xfrm>
              <a:off x="1139950" y="453487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6" name="Google Shape;25986;p42"/>
            <p:cNvCxnSpPr/>
            <p:nvPr/>
          </p:nvCxnSpPr>
          <p:spPr>
            <a:xfrm>
              <a:off x="1139950" y="4086600"/>
              <a:ext cx="440100" cy="0"/>
            </a:xfrm>
            <a:prstGeom prst="straightConnector1">
              <a:avLst/>
            </a:prstGeom>
            <a:noFill/>
            <a:ln w="9525" cap="flat" cmpd="sng">
              <a:solidFill>
                <a:schemeClr val="dk1"/>
              </a:solidFill>
              <a:prstDash val="solid"/>
              <a:round/>
              <a:headEnd type="none" w="med" len="med"/>
              <a:tailEnd type="none" w="med" len="med"/>
            </a:ln>
          </p:spPr>
        </p:cxnSp>
      </p:grpSp>
      <p:grpSp>
        <p:nvGrpSpPr>
          <p:cNvPr id="25987" name="Google Shape;25987;p42"/>
          <p:cNvGrpSpPr/>
          <p:nvPr/>
        </p:nvGrpSpPr>
        <p:grpSpPr>
          <a:xfrm>
            <a:off x="7844600" y="3842487"/>
            <a:ext cx="551705" cy="676200"/>
            <a:chOff x="1084150" y="3960900"/>
            <a:chExt cx="551705" cy="676200"/>
          </a:xfrm>
        </p:grpSpPr>
        <p:sp>
          <p:nvSpPr>
            <p:cNvPr id="25988" name="Google Shape;25988;p42"/>
            <p:cNvSpPr/>
            <p:nvPr/>
          </p:nvSpPr>
          <p:spPr>
            <a:xfrm>
              <a:off x="1084150" y="3960900"/>
              <a:ext cx="551700" cy="676200"/>
            </a:xfrm>
            <a:prstGeom prst="snip1Rect">
              <a:avLst>
                <a:gd name="adj" fmla="val 16667"/>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42"/>
            <p:cNvSpPr/>
            <p:nvPr/>
          </p:nvSpPr>
          <p:spPr>
            <a:xfrm>
              <a:off x="1553055" y="3960900"/>
              <a:ext cx="82800" cy="88200"/>
            </a:xfrm>
            <a:prstGeom prst="rtTriangl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990" name="Google Shape;25990;p42"/>
            <p:cNvCxnSpPr/>
            <p:nvPr/>
          </p:nvCxnSpPr>
          <p:spPr>
            <a:xfrm>
              <a:off x="1139950" y="413640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1" name="Google Shape;25991;p42"/>
            <p:cNvCxnSpPr/>
            <p:nvPr/>
          </p:nvCxnSpPr>
          <p:spPr>
            <a:xfrm>
              <a:off x="1139950" y="418621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2" name="Google Shape;25992;p42"/>
            <p:cNvCxnSpPr/>
            <p:nvPr/>
          </p:nvCxnSpPr>
          <p:spPr>
            <a:xfrm>
              <a:off x="1139950" y="423602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3" name="Google Shape;25993;p42"/>
            <p:cNvCxnSpPr/>
            <p:nvPr/>
          </p:nvCxnSpPr>
          <p:spPr>
            <a:xfrm>
              <a:off x="1139950" y="4285833"/>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4" name="Google Shape;25994;p42"/>
            <p:cNvCxnSpPr/>
            <p:nvPr/>
          </p:nvCxnSpPr>
          <p:spPr>
            <a:xfrm>
              <a:off x="1139950" y="4335642"/>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5" name="Google Shape;25995;p42"/>
            <p:cNvCxnSpPr/>
            <p:nvPr/>
          </p:nvCxnSpPr>
          <p:spPr>
            <a:xfrm>
              <a:off x="1139950" y="4385450"/>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6" name="Google Shape;25996;p42"/>
            <p:cNvCxnSpPr/>
            <p:nvPr/>
          </p:nvCxnSpPr>
          <p:spPr>
            <a:xfrm>
              <a:off x="1139950" y="443525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7" name="Google Shape;25997;p42"/>
            <p:cNvCxnSpPr/>
            <p:nvPr/>
          </p:nvCxnSpPr>
          <p:spPr>
            <a:xfrm>
              <a:off x="1139950" y="448506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8" name="Google Shape;25998;p42"/>
            <p:cNvCxnSpPr/>
            <p:nvPr/>
          </p:nvCxnSpPr>
          <p:spPr>
            <a:xfrm>
              <a:off x="1139950" y="453487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9" name="Google Shape;25999;p42"/>
            <p:cNvCxnSpPr/>
            <p:nvPr/>
          </p:nvCxnSpPr>
          <p:spPr>
            <a:xfrm>
              <a:off x="1139950" y="4086600"/>
              <a:ext cx="440100" cy="0"/>
            </a:xfrm>
            <a:prstGeom prst="straightConnector1">
              <a:avLst/>
            </a:prstGeom>
            <a:noFill/>
            <a:ln w="9525" cap="flat" cmpd="sng">
              <a:solidFill>
                <a:schemeClr val="dk1"/>
              </a:solidFill>
              <a:prstDash val="solid"/>
              <a:round/>
              <a:headEnd type="none" w="med" len="med"/>
              <a:tailEnd type="none" w="med" len="med"/>
            </a:ln>
          </p:spPr>
        </p:cxn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5949">
          <a:extLst>
            <a:ext uri="{FF2B5EF4-FFF2-40B4-BE49-F238E27FC236}">
              <a16:creationId xmlns:a16="http://schemas.microsoft.com/office/drawing/2014/main" id="{1D337F1E-1709-9265-F1DC-E04C315C76D1}"/>
            </a:ext>
          </a:extLst>
        </p:cNvPr>
        <p:cNvGrpSpPr/>
        <p:nvPr/>
      </p:nvGrpSpPr>
      <p:grpSpPr>
        <a:xfrm>
          <a:off x="0" y="0"/>
          <a:ext cx="0" cy="0"/>
          <a:chOff x="0" y="0"/>
          <a:chExt cx="0" cy="0"/>
        </a:xfrm>
      </p:grpSpPr>
      <p:sp>
        <p:nvSpPr>
          <p:cNvPr id="25950" name="Google Shape;25950;p42">
            <a:extLst>
              <a:ext uri="{FF2B5EF4-FFF2-40B4-BE49-F238E27FC236}">
                <a16:creationId xmlns:a16="http://schemas.microsoft.com/office/drawing/2014/main" id="{56E73129-4637-6604-C135-78EC803889C9}"/>
              </a:ext>
            </a:extLst>
          </p:cNvPr>
          <p:cNvSpPr txBox="1">
            <a:spLocks noGrp="1"/>
          </p:cNvSpPr>
          <p:nvPr>
            <p:ph type="title"/>
          </p:nvPr>
        </p:nvSpPr>
        <p:spPr>
          <a:xfrm>
            <a:off x="2011450" y="1480288"/>
            <a:ext cx="5362038" cy="1002300"/>
          </a:xfrm>
          <a:prstGeom prst="rect">
            <a:avLst/>
          </a:prstGeom>
        </p:spPr>
        <p:txBody>
          <a:bodyPr spcFirstLastPara="1" wrap="square" lIns="91425" tIns="91425" rIns="91425" bIns="91425" anchor="b" anchorCtr="0">
            <a:noAutofit/>
          </a:bodyPr>
          <a:lstStyle/>
          <a:p>
            <a:r>
              <a:rPr lang="en" sz="3000"/>
              <a:t>4.</a:t>
            </a:r>
            <a:r>
              <a:rPr lang="en-US" sz="3000"/>
              <a:t> Who are the people your app hopes to help?</a:t>
            </a:r>
            <a:endParaRPr sz="3000"/>
          </a:p>
        </p:txBody>
      </p:sp>
      <p:sp>
        <p:nvSpPr>
          <p:cNvPr id="25951" name="Google Shape;25951;p42">
            <a:extLst>
              <a:ext uri="{FF2B5EF4-FFF2-40B4-BE49-F238E27FC236}">
                <a16:creationId xmlns:a16="http://schemas.microsoft.com/office/drawing/2014/main" id="{773D9274-26B8-EAAC-3A56-9EE784A50BEE}"/>
              </a:ext>
            </a:extLst>
          </p:cNvPr>
          <p:cNvSpPr txBox="1">
            <a:spLocks noGrp="1"/>
          </p:cNvSpPr>
          <p:nvPr>
            <p:ph type="subTitle" idx="1"/>
          </p:nvPr>
        </p:nvSpPr>
        <p:spPr>
          <a:xfrm>
            <a:off x="1912590" y="2406212"/>
            <a:ext cx="4971760" cy="1497699"/>
          </a:xfrm>
          <a:prstGeom prst="rect">
            <a:avLst/>
          </a:prstGeom>
        </p:spPr>
        <p:txBody>
          <a:bodyPr spcFirstLastPara="1" wrap="square" lIns="91425" tIns="91425" rIns="91425" bIns="91425" anchor="t" anchorCtr="0">
            <a:noAutofit/>
          </a:bodyPr>
          <a:lstStyle/>
          <a:p>
            <a:r>
              <a:rPr lang="en-US"/>
              <a:t>       Our app will help college students safely recover their belongings. Students who lose personal items such as phones, IDs, and clothes, or who find items around campus, can report them back to their owner. The app will be the centralized place for reporting lost and found items for students in all campus buildings.</a:t>
            </a:r>
          </a:p>
          <a:p>
            <a:br>
              <a:rPr lang="en-US"/>
            </a:br>
            <a:br>
              <a:rPr lang="en-US"/>
            </a:br>
            <a:endParaRPr/>
          </a:p>
        </p:txBody>
      </p:sp>
      <p:grpSp>
        <p:nvGrpSpPr>
          <p:cNvPr id="25952" name="Google Shape;25952;p42">
            <a:extLst>
              <a:ext uri="{FF2B5EF4-FFF2-40B4-BE49-F238E27FC236}">
                <a16:creationId xmlns:a16="http://schemas.microsoft.com/office/drawing/2014/main" id="{DB0EBE18-00ED-C05D-67E1-81C632DB0284}"/>
              </a:ext>
            </a:extLst>
          </p:cNvPr>
          <p:cNvGrpSpPr/>
          <p:nvPr/>
        </p:nvGrpSpPr>
        <p:grpSpPr>
          <a:xfrm>
            <a:off x="997750" y="3012236"/>
            <a:ext cx="663844" cy="434242"/>
            <a:chOff x="4538725" y="735348"/>
            <a:chExt cx="663844" cy="434242"/>
          </a:xfrm>
        </p:grpSpPr>
        <p:sp>
          <p:nvSpPr>
            <p:cNvPr id="25953" name="Google Shape;25953;p42">
              <a:extLst>
                <a:ext uri="{FF2B5EF4-FFF2-40B4-BE49-F238E27FC236}">
                  <a16:creationId xmlns:a16="http://schemas.microsoft.com/office/drawing/2014/main" id="{86C51AD2-332D-A0D0-C9EC-0F633CE54C3C}"/>
                </a:ext>
              </a:extLst>
            </p:cNvPr>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42">
              <a:extLst>
                <a:ext uri="{FF2B5EF4-FFF2-40B4-BE49-F238E27FC236}">
                  <a16:creationId xmlns:a16="http://schemas.microsoft.com/office/drawing/2014/main" id="{A6334163-361A-D22A-D2FF-D79B50A92733}"/>
                </a:ext>
              </a:extLst>
            </p:cNvPr>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5" name="Google Shape;25955;p42">
            <a:extLst>
              <a:ext uri="{FF2B5EF4-FFF2-40B4-BE49-F238E27FC236}">
                <a16:creationId xmlns:a16="http://schemas.microsoft.com/office/drawing/2014/main" id="{EFD3FE12-581C-229A-5795-30C12ED4C90B}"/>
              </a:ext>
            </a:extLst>
          </p:cNvPr>
          <p:cNvGrpSpPr/>
          <p:nvPr/>
        </p:nvGrpSpPr>
        <p:grpSpPr>
          <a:xfrm>
            <a:off x="997750" y="2354623"/>
            <a:ext cx="663844" cy="434242"/>
            <a:chOff x="4538725" y="735348"/>
            <a:chExt cx="663844" cy="434242"/>
          </a:xfrm>
        </p:grpSpPr>
        <p:sp>
          <p:nvSpPr>
            <p:cNvPr id="25956" name="Google Shape;25956;p42">
              <a:extLst>
                <a:ext uri="{FF2B5EF4-FFF2-40B4-BE49-F238E27FC236}">
                  <a16:creationId xmlns:a16="http://schemas.microsoft.com/office/drawing/2014/main" id="{B12E8986-C98A-5FB4-8CA5-6C5EAD620E3B}"/>
                </a:ext>
              </a:extLst>
            </p:cNvPr>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42">
              <a:extLst>
                <a:ext uri="{FF2B5EF4-FFF2-40B4-BE49-F238E27FC236}">
                  <a16:creationId xmlns:a16="http://schemas.microsoft.com/office/drawing/2014/main" id="{1B20C0DF-31D5-E5A3-DEBA-8E673BA33F64}"/>
                </a:ext>
              </a:extLst>
            </p:cNvPr>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8" name="Google Shape;25958;p42">
            <a:extLst>
              <a:ext uri="{FF2B5EF4-FFF2-40B4-BE49-F238E27FC236}">
                <a16:creationId xmlns:a16="http://schemas.microsoft.com/office/drawing/2014/main" id="{8B75F2E3-043B-694E-3474-64A2605D5202}"/>
              </a:ext>
            </a:extLst>
          </p:cNvPr>
          <p:cNvGrpSpPr/>
          <p:nvPr/>
        </p:nvGrpSpPr>
        <p:grpSpPr>
          <a:xfrm>
            <a:off x="997750" y="1697011"/>
            <a:ext cx="663844" cy="434242"/>
            <a:chOff x="4538725" y="735348"/>
            <a:chExt cx="663844" cy="434242"/>
          </a:xfrm>
        </p:grpSpPr>
        <p:sp>
          <p:nvSpPr>
            <p:cNvPr id="25959" name="Google Shape;25959;p42">
              <a:extLst>
                <a:ext uri="{FF2B5EF4-FFF2-40B4-BE49-F238E27FC236}">
                  <a16:creationId xmlns:a16="http://schemas.microsoft.com/office/drawing/2014/main" id="{46229D44-4FDE-86C2-BDEA-92C5B02DC674}"/>
                </a:ext>
              </a:extLst>
            </p:cNvPr>
            <p:cNvSpPr/>
            <p:nvPr/>
          </p:nvSpPr>
          <p:spPr>
            <a:xfrm>
              <a:off x="4538725" y="735348"/>
              <a:ext cx="660912" cy="434242"/>
            </a:xfrm>
            <a:custGeom>
              <a:avLst/>
              <a:gdLst/>
              <a:ahLst/>
              <a:cxnLst/>
              <a:rect l="l" t="t" r="r" b="b"/>
              <a:pathLst>
                <a:path w="16458" h="9327" extrusionOk="0">
                  <a:moveTo>
                    <a:pt x="10662" y="1"/>
                  </a:moveTo>
                  <a:cubicBezTo>
                    <a:pt x="10392" y="1"/>
                    <a:pt x="10174" y="218"/>
                    <a:pt x="10174" y="487"/>
                  </a:cubicBezTo>
                  <a:lnTo>
                    <a:pt x="10174" y="1297"/>
                  </a:lnTo>
                  <a:lnTo>
                    <a:pt x="0" y="1297"/>
                  </a:lnTo>
                  <a:lnTo>
                    <a:pt x="1397" y="9139"/>
                  </a:lnTo>
                  <a:cubicBezTo>
                    <a:pt x="1397" y="9140"/>
                    <a:pt x="14915" y="9324"/>
                    <a:pt x="15012" y="9326"/>
                  </a:cubicBezTo>
                  <a:lnTo>
                    <a:pt x="15012" y="9326"/>
                  </a:lnTo>
                  <a:lnTo>
                    <a:pt x="16458" y="2594"/>
                  </a:lnTo>
                  <a:lnTo>
                    <a:pt x="12967" y="2594"/>
                  </a:lnTo>
                  <a:lnTo>
                    <a:pt x="12967" y="487"/>
                  </a:lnTo>
                  <a:cubicBezTo>
                    <a:pt x="12967" y="218"/>
                    <a:pt x="12750" y="1"/>
                    <a:pt x="12481" y="1"/>
                  </a:cubicBezTo>
                  <a:close/>
                  <a:moveTo>
                    <a:pt x="15012" y="9326"/>
                  </a:moveTo>
                  <a:lnTo>
                    <a:pt x="15012" y="9326"/>
                  </a:lnTo>
                  <a:cubicBezTo>
                    <a:pt x="15013" y="9326"/>
                    <a:pt x="15013" y="9326"/>
                    <a:pt x="15012" y="9326"/>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42">
              <a:extLst>
                <a:ext uri="{FF2B5EF4-FFF2-40B4-BE49-F238E27FC236}">
                  <a16:creationId xmlns:a16="http://schemas.microsoft.com/office/drawing/2014/main" id="{32600730-73B2-A07C-E0FF-58D3B8337929}"/>
                </a:ext>
              </a:extLst>
            </p:cNvPr>
            <p:cNvSpPr/>
            <p:nvPr/>
          </p:nvSpPr>
          <p:spPr>
            <a:xfrm>
              <a:off x="4591573" y="852722"/>
              <a:ext cx="610996" cy="311609"/>
            </a:xfrm>
            <a:custGeom>
              <a:avLst/>
              <a:gdLst/>
              <a:ahLst/>
              <a:cxnLst/>
              <a:rect l="l" t="t" r="r" b="b"/>
              <a:pathLst>
                <a:path w="15215" h="6693" extrusionOk="0">
                  <a:moveTo>
                    <a:pt x="1478" y="0"/>
                  </a:moveTo>
                  <a:cubicBezTo>
                    <a:pt x="1443" y="0"/>
                    <a:pt x="1413" y="24"/>
                    <a:pt x="1406" y="57"/>
                  </a:cubicBezTo>
                  <a:lnTo>
                    <a:pt x="9" y="6603"/>
                  </a:lnTo>
                  <a:cubicBezTo>
                    <a:pt x="1" y="6643"/>
                    <a:pt x="26" y="6682"/>
                    <a:pt x="66" y="6691"/>
                  </a:cubicBezTo>
                  <a:cubicBezTo>
                    <a:pt x="71" y="6691"/>
                    <a:pt x="77" y="6692"/>
                    <a:pt x="81" y="6692"/>
                  </a:cubicBezTo>
                  <a:cubicBezTo>
                    <a:pt x="115" y="6692"/>
                    <a:pt x="145" y="6668"/>
                    <a:pt x="153" y="6634"/>
                  </a:cubicBezTo>
                  <a:lnTo>
                    <a:pt x="1537" y="146"/>
                  </a:lnTo>
                  <a:lnTo>
                    <a:pt x="15142" y="146"/>
                  </a:lnTo>
                  <a:cubicBezTo>
                    <a:pt x="15182" y="146"/>
                    <a:pt x="15215" y="113"/>
                    <a:pt x="15215" y="73"/>
                  </a:cubicBezTo>
                  <a:cubicBezTo>
                    <a:pt x="15215" y="33"/>
                    <a:pt x="15182" y="0"/>
                    <a:pt x="15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61" name="Google Shape;25961;p42">
            <a:extLst>
              <a:ext uri="{FF2B5EF4-FFF2-40B4-BE49-F238E27FC236}">
                <a16:creationId xmlns:a16="http://schemas.microsoft.com/office/drawing/2014/main" id="{5922C693-4DDF-121A-5CF6-E45BCEB95CAD}"/>
              </a:ext>
            </a:extLst>
          </p:cNvPr>
          <p:cNvGrpSpPr/>
          <p:nvPr/>
        </p:nvGrpSpPr>
        <p:grpSpPr>
          <a:xfrm>
            <a:off x="7879075" y="2661862"/>
            <a:ext cx="551705" cy="676200"/>
            <a:chOff x="1084150" y="3960900"/>
            <a:chExt cx="551705" cy="676200"/>
          </a:xfrm>
        </p:grpSpPr>
        <p:sp>
          <p:nvSpPr>
            <p:cNvPr id="25962" name="Google Shape;25962;p42">
              <a:extLst>
                <a:ext uri="{FF2B5EF4-FFF2-40B4-BE49-F238E27FC236}">
                  <a16:creationId xmlns:a16="http://schemas.microsoft.com/office/drawing/2014/main" id="{A1741EDB-7B30-54C3-ED3D-3967AC666B20}"/>
                </a:ext>
              </a:extLst>
            </p:cNvPr>
            <p:cNvSpPr/>
            <p:nvPr/>
          </p:nvSpPr>
          <p:spPr>
            <a:xfrm>
              <a:off x="1084150" y="3960900"/>
              <a:ext cx="551700" cy="676200"/>
            </a:xfrm>
            <a:prstGeom prst="snip1Rect">
              <a:avLst>
                <a:gd name="adj" fmla="val 16667"/>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42">
              <a:extLst>
                <a:ext uri="{FF2B5EF4-FFF2-40B4-BE49-F238E27FC236}">
                  <a16:creationId xmlns:a16="http://schemas.microsoft.com/office/drawing/2014/main" id="{9FDA9C09-11FA-E601-19D0-6A9E64B184F4}"/>
                </a:ext>
              </a:extLst>
            </p:cNvPr>
            <p:cNvSpPr/>
            <p:nvPr/>
          </p:nvSpPr>
          <p:spPr>
            <a:xfrm>
              <a:off x="1553055" y="3960900"/>
              <a:ext cx="82800" cy="88200"/>
            </a:xfrm>
            <a:prstGeom prst="rtTriangl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964" name="Google Shape;25964;p42">
              <a:extLst>
                <a:ext uri="{FF2B5EF4-FFF2-40B4-BE49-F238E27FC236}">
                  <a16:creationId xmlns:a16="http://schemas.microsoft.com/office/drawing/2014/main" id="{DC6A0307-1128-8CF4-44F7-8911607A31AB}"/>
                </a:ext>
              </a:extLst>
            </p:cNvPr>
            <p:cNvCxnSpPr/>
            <p:nvPr/>
          </p:nvCxnSpPr>
          <p:spPr>
            <a:xfrm>
              <a:off x="1139950" y="413640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5" name="Google Shape;25965;p42">
              <a:extLst>
                <a:ext uri="{FF2B5EF4-FFF2-40B4-BE49-F238E27FC236}">
                  <a16:creationId xmlns:a16="http://schemas.microsoft.com/office/drawing/2014/main" id="{0EAD4D92-50EF-17D3-D386-71496B50C242}"/>
                </a:ext>
              </a:extLst>
            </p:cNvPr>
            <p:cNvCxnSpPr/>
            <p:nvPr/>
          </p:nvCxnSpPr>
          <p:spPr>
            <a:xfrm>
              <a:off x="1139950" y="418621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6" name="Google Shape;25966;p42">
              <a:extLst>
                <a:ext uri="{FF2B5EF4-FFF2-40B4-BE49-F238E27FC236}">
                  <a16:creationId xmlns:a16="http://schemas.microsoft.com/office/drawing/2014/main" id="{19A00F58-618C-6881-F0AD-B184C29A7F81}"/>
                </a:ext>
              </a:extLst>
            </p:cNvPr>
            <p:cNvCxnSpPr/>
            <p:nvPr/>
          </p:nvCxnSpPr>
          <p:spPr>
            <a:xfrm>
              <a:off x="1139950" y="423602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7" name="Google Shape;25967;p42">
              <a:extLst>
                <a:ext uri="{FF2B5EF4-FFF2-40B4-BE49-F238E27FC236}">
                  <a16:creationId xmlns:a16="http://schemas.microsoft.com/office/drawing/2014/main" id="{EF0F0E82-1E39-C34E-11ED-16151A1977EA}"/>
                </a:ext>
              </a:extLst>
            </p:cNvPr>
            <p:cNvCxnSpPr/>
            <p:nvPr/>
          </p:nvCxnSpPr>
          <p:spPr>
            <a:xfrm>
              <a:off x="1139950" y="4285833"/>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8" name="Google Shape;25968;p42">
              <a:extLst>
                <a:ext uri="{FF2B5EF4-FFF2-40B4-BE49-F238E27FC236}">
                  <a16:creationId xmlns:a16="http://schemas.microsoft.com/office/drawing/2014/main" id="{8773B58E-52C2-7A94-30D0-B14A1C1906F9}"/>
                </a:ext>
              </a:extLst>
            </p:cNvPr>
            <p:cNvCxnSpPr/>
            <p:nvPr/>
          </p:nvCxnSpPr>
          <p:spPr>
            <a:xfrm>
              <a:off x="1139950" y="4335642"/>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69" name="Google Shape;25969;p42">
              <a:extLst>
                <a:ext uri="{FF2B5EF4-FFF2-40B4-BE49-F238E27FC236}">
                  <a16:creationId xmlns:a16="http://schemas.microsoft.com/office/drawing/2014/main" id="{E9D15578-28B1-A287-9629-BEE20AAB9C84}"/>
                </a:ext>
              </a:extLst>
            </p:cNvPr>
            <p:cNvCxnSpPr/>
            <p:nvPr/>
          </p:nvCxnSpPr>
          <p:spPr>
            <a:xfrm>
              <a:off x="1139950" y="4385450"/>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0" name="Google Shape;25970;p42">
              <a:extLst>
                <a:ext uri="{FF2B5EF4-FFF2-40B4-BE49-F238E27FC236}">
                  <a16:creationId xmlns:a16="http://schemas.microsoft.com/office/drawing/2014/main" id="{A11A82BD-E429-7762-EB41-5773F89F083B}"/>
                </a:ext>
              </a:extLst>
            </p:cNvPr>
            <p:cNvCxnSpPr/>
            <p:nvPr/>
          </p:nvCxnSpPr>
          <p:spPr>
            <a:xfrm>
              <a:off x="1139950" y="443525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1" name="Google Shape;25971;p42">
              <a:extLst>
                <a:ext uri="{FF2B5EF4-FFF2-40B4-BE49-F238E27FC236}">
                  <a16:creationId xmlns:a16="http://schemas.microsoft.com/office/drawing/2014/main" id="{27B73E11-6AF3-7354-849F-AD50841F0EE0}"/>
                </a:ext>
              </a:extLst>
            </p:cNvPr>
            <p:cNvCxnSpPr/>
            <p:nvPr/>
          </p:nvCxnSpPr>
          <p:spPr>
            <a:xfrm>
              <a:off x="1139950" y="448506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2" name="Google Shape;25972;p42">
              <a:extLst>
                <a:ext uri="{FF2B5EF4-FFF2-40B4-BE49-F238E27FC236}">
                  <a16:creationId xmlns:a16="http://schemas.microsoft.com/office/drawing/2014/main" id="{DFD7C751-36E5-6AEE-B12F-1EA02F49E819}"/>
                </a:ext>
              </a:extLst>
            </p:cNvPr>
            <p:cNvCxnSpPr/>
            <p:nvPr/>
          </p:nvCxnSpPr>
          <p:spPr>
            <a:xfrm>
              <a:off x="1139950" y="453487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3" name="Google Shape;25973;p42">
              <a:extLst>
                <a:ext uri="{FF2B5EF4-FFF2-40B4-BE49-F238E27FC236}">
                  <a16:creationId xmlns:a16="http://schemas.microsoft.com/office/drawing/2014/main" id="{EF0CCB97-C713-FB56-1814-9284382E06F1}"/>
                </a:ext>
              </a:extLst>
            </p:cNvPr>
            <p:cNvCxnSpPr/>
            <p:nvPr/>
          </p:nvCxnSpPr>
          <p:spPr>
            <a:xfrm>
              <a:off x="1139950" y="4086600"/>
              <a:ext cx="440100" cy="0"/>
            </a:xfrm>
            <a:prstGeom prst="straightConnector1">
              <a:avLst/>
            </a:prstGeom>
            <a:noFill/>
            <a:ln w="9525" cap="flat" cmpd="sng">
              <a:solidFill>
                <a:schemeClr val="dk1"/>
              </a:solidFill>
              <a:prstDash val="solid"/>
              <a:round/>
              <a:headEnd type="none" w="med" len="med"/>
              <a:tailEnd type="none" w="med" len="med"/>
            </a:ln>
          </p:spPr>
        </p:cxnSp>
      </p:grpSp>
      <p:grpSp>
        <p:nvGrpSpPr>
          <p:cNvPr id="25974" name="Google Shape;25974;p42">
            <a:extLst>
              <a:ext uri="{FF2B5EF4-FFF2-40B4-BE49-F238E27FC236}">
                <a16:creationId xmlns:a16="http://schemas.microsoft.com/office/drawing/2014/main" id="{F88CB7FE-DDB8-69B6-D4F5-9F886BFE8F47}"/>
              </a:ext>
            </a:extLst>
          </p:cNvPr>
          <p:cNvGrpSpPr/>
          <p:nvPr/>
        </p:nvGrpSpPr>
        <p:grpSpPr>
          <a:xfrm>
            <a:off x="7466900" y="3227712"/>
            <a:ext cx="551705" cy="676200"/>
            <a:chOff x="1084150" y="3960900"/>
            <a:chExt cx="551705" cy="676200"/>
          </a:xfrm>
        </p:grpSpPr>
        <p:sp>
          <p:nvSpPr>
            <p:cNvPr id="25975" name="Google Shape;25975;p42">
              <a:extLst>
                <a:ext uri="{FF2B5EF4-FFF2-40B4-BE49-F238E27FC236}">
                  <a16:creationId xmlns:a16="http://schemas.microsoft.com/office/drawing/2014/main" id="{730B84EB-1434-8B49-460C-CBB9F2401313}"/>
                </a:ext>
              </a:extLst>
            </p:cNvPr>
            <p:cNvSpPr/>
            <p:nvPr/>
          </p:nvSpPr>
          <p:spPr>
            <a:xfrm>
              <a:off x="1084150" y="3960900"/>
              <a:ext cx="551700" cy="676200"/>
            </a:xfrm>
            <a:prstGeom prst="snip1Rect">
              <a:avLst>
                <a:gd name="adj" fmla="val 16667"/>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42">
              <a:extLst>
                <a:ext uri="{FF2B5EF4-FFF2-40B4-BE49-F238E27FC236}">
                  <a16:creationId xmlns:a16="http://schemas.microsoft.com/office/drawing/2014/main" id="{3FC87FB4-1050-4160-8065-17AE240AC567}"/>
                </a:ext>
              </a:extLst>
            </p:cNvPr>
            <p:cNvSpPr/>
            <p:nvPr/>
          </p:nvSpPr>
          <p:spPr>
            <a:xfrm>
              <a:off x="1553055" y="3960900"/>
              <a:ext cx="82800" cy="88200"/>
            </a:xfrm>
            <a:prstGeom prst="rtTriangl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977" name="Google Shape;25977;p42">
              <a:extLst>
                <a:ext uri="{FF2B5EF4-FFF2-40B4-BE49-F238E27FC236}">
                  <a16:creationId xmlns:a16="http://schemas.microsoft.com/office/drawing/2014/main" id="{0B91E178-0D05-7A6C-B4EC-96EEFA73AF85}"/>
                </a:ext>
              </a:extLst>
            </p:cNvPr>
            <p:cNvCxnSpPr/>
            <p:nvPr/>
          </p:nvCxnSpPr>
          <p:spPr>
            <a:xfrm>
              <a:off x="1139950" y="413640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8" name="Google Shape;25978;p42">
              <a:extLst>
                <a:ext uri="{FF2B5EF4-FFF2-40B4-BE49-F238E27FC236}">
                  <a16:creationId xmlns:a16="http://schemas.microsoft.com/office/drawing/2014/main" id="{DA21A243-A5C8-7B68-D32B-3156278C0E54}"/>
                </a:ext>
              </a:extLst>
            </p:cNvPr>
            <p:cNvCxnSpPr/>
            <p:nvPr/>
          </p:nvCxnSpPr>
          <p:spPr>
            <a:xfrm>
              <a:off x="1139950" y="418621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79" name="Google Shape;25979;p42">
              <a:extLst>
                <a:ext uri="{FF2B5EF4-FFF2-40B4-BE49-F238E27FC236}">
                  <a16:creationId xmlns:a16="http://schemas.microsoft.com/office/drawing/2014/main" id="{5415610F-BF7A-B377-ED17-0D477F85EEE3}"/>
                </a:ext>
              </a:extLst>
            </p:cNvPr>
            <p:cNvCxnSpPr/>
            <p:nvPr/>
          </p:nvCxnSpPr>
          <p:spPr>
            <a:xfrm>
              <a:off x="1139950" y="423602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0" name="Google Shape;25980;p42">
              <a:extLst>
                <a:ext uri="{FF2B5EF4-FFF2-40B4-BE49-F238E27FC236}">
                  <a16:creationId xmlns:a16="http://schemas.microsoft.com/office/drawing/2014/main" id="{AD65CCAF-FF86-2746-C015-942541C17AC3}"/>
                </a:ext>
              </a:extLst>
            </p:cNvPr>
            <p:cNvCxnSpPr/>
            <p:nvPr/>
          </p:nvCxnSpPr>
          <p:spPr>
            <a:xfrm>
              <a:off x="1139950" y="4285833"/>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1" name="Google Shape;25981;p42">
              <a:extLst>
                <a:ext uri="{FF2B5EF4-FFF2-40B4-BE49-F238E27FC236}">
                  <a16:creationId xmlns:a16="http://schemas.microsoft.com/office/drawing/2014/main" id="{1C5ED9BC-D1FF-A88A-33C6-FC527ED569E5}"/>
                </a:ext>
              </a:extLst>
            </p:cNvPr>
            <p:cNvCxnSpPr/>
            <p:nvPr/>
          </p:nvCxnSpPr>
          <p:spPr>
            <a:xfrm>
              <a:off x="1139950" y="4335642"/>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2" name="Google Shape;25982;p42">
              <a:extLst>
                <a:ext uri="{FF2B5EF4-FFF2-40B4-BE49-F238E27FC236}">
                  <a16:creationId xmlns:a16="http://schemas.microsoft.com/office/drawing/2014/main" id="{CF62717B-9F5F-0605-5DAA-3DAF16796B0C}"/>
                </a:ext>
              </a:extLst>
            </p:cNvPr>
            <p:cNvCxnSpPr/>
            <p:nvPr/>
          </p:nvCxnSpPr>
          <p:spPr>
            <a:xfrm>
              <a:off x="1139950" y="4385450"/>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3" name="Google Shape;25983;p42">
              <a:extLst>
                <a:ext uri="{FF2B5EF4-FFF2-40B4-BE49-F238E27FC236}">
                  <a16:creationId xmlns:a16="http://schemas.microsoft.com/office/drawing/2014/main" id="{9F7BDA2A-9D74-6E98-24B3-4F683DBA28E5}"/>
                </a:ext>
              </a:extLst>
            </p:cNvPr>
            <p:cNvCxnSpPr/>
            <p:nvPr/>
          </p:nvCxnSpPr>
          <p:spPr>
            <a:xfrm>
              <a:off x="1139950" y="443525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4" name="Google Shape;25984;p42">
              <a:extLst>
                <a:ext uri="{FF2B5EF4-FFF2-40B4-BE49-F238E27FC236}">
                  <a16:creationId xmlns:a16="http://schemas.microsoft.com/office/drawing/2014/main" id="{3ACFB68F-0270-F971-80AA-3065A6B9B47F}"/>
                </a:ext>
              </a:extLst>
            </p:cNvPr>
            <p:cNvCxnSpPr/>
            <p:nvPr/>
          </p:nvCxnSpPr>
          <p:spPr>
            <a:xfrm>
              <a:off x="1139950" y="448506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5" name="Google Shape;25985;p42">
              <a:extLst>
                <a:ext uri="{FF2B5EF4-FFF2-40B4-BE49-F238E27FC236}">
                  <a16:creationId xmlns:a16="http://schemas.microsoft.com/office/drawing/2014/main" id="{F6B10D78-645D-FFD0-C703-52A433A8D173}"/>
                </a:ext>
              </a:extLst>
            </p:cNvPr>
            <p:cNvCxnSpPr/>
            <p:nvPr/>
          </p:nvCxnSpPr>
          <p:spPr>
            <a:xfrm>
              <a:off x="1139950" y="453487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86" name="Google Shape;25986;p42">
              <a:extLst>
                <a:ext uri="{FF2B5EF4-FFF2-40B4-BE49-F238E27FC236}">
                  <a16:creationId xmlns:a16="http://schemas.microsoft.com/office/drawing/2014/main" id="{AE961F89-FEB4-E803-D4F4-2FF7E20C9EB5}"/>
                </a:ext>
              </a:extLst>
            </p:cNvPr>
            <p:cNvCxnSpPr/>
            <p:nvPr/>
          </p:nvCxnSpPr>
          <p:spPr>
            <a:xfrm>
              <a:off x="1139950" y="4086600"/>
              <a:ext cx="440100" cy="0"/>
            </a:xfrm>
            <a:prstGeom prst="straightConnector1">
              <a:avLst/>
            </a:prstGeom>
            <a:noFill/>
            <a:ln w="9525" cap="flat" cmpd="sng">
              <a:solidFill>
                <a:schemeClr val="dk1"/>
              </a:solidFill>
              <a:prstDash val="solid"/>
              <a:round/>
              <a:headEnd type="none" w="med" len="med"/>
              <a:tailEnd type="none" w="med" len="med"/>
            </a:ln>
          </p:spPr>
        </p:cxnSp>
      </p:grpSp>
      <p:grpSp>
        <p:nvGrpSpPr>
          <p:cNvPr id="25987" name="Google Shape;25987;p42">
            <a:extLst>
              <a:ext uri="{FF2B5EF4-FFF2-40B4-BE49-F238E27FC236}">
                <a16:creationId xmlns:a16="http://schemas.microsoft.com/office/drawing/2014/main" id="{4310488C-5278-98CA-CB77-FEA9032AA984}"/>
              </a:ext>
            </a:extLst>
          </p:cNvPr>
          <p:cNvGrpSpPr/>
          <p:nvPr/>
        </p:nvGrpSpPr>
        <p:grpSpPr>
          <a:xfrm>
            <a:off x="7844600" y="3842487"/>
            <a:ext cx="551705" cy="676200"/>
            <a:chOff x="1084150" y="3960900"/>
            <a:chExt cx="551705" cy="676200"/>
          </a:xfrm>
        </p:grpSpPr>
        <p:sp>
          <p:nvSpPr>
            <p:cNvPr id="25988" name="Google Shape;25988;p42">
              <a:extLst>
                <a:ext uri="{FF2B5EF4-FFF2-40B4-BE49-F238E27FC236}">
                  <a16:creationId xmlns:a16="http://schemas.microsoft.com/office/drawing/2014/main" id="{C5D26401-C34F-A898-0CD9-2DA36EA580F8}"/>
                </a:ext>
              </a:extLst>
            </p:cNvPr>
            <p:cNvSpPr/>
            <p:nvPr/>
          </p:nvSpPr>
          <p:spPr>
            <a:xfrm>
              <a:off x="1084150" y="3960900"/>
              <a:ext cx="551700" cy="676200"/>
            </a:xfrm>
            <a:prstGeom prst="snip1Rect">
              <a:avLst>
                <a:gd name="adj" fmla="val 16667"/>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42">
              <a:extLst>
                <a:ext uri="{FF2B5EF4-FFF2-40B4-BE49-F238E27FC236}">
                  <a16:creationId xmlns:a16="http://schemas.microsoft.com/office/drawing/2014/main" id="{179BA242-DBFB-77D0-0917-2AAA12F35CBC}"/>
                </a:ext>
              </a:extLst>
            </p:cNvPr>
            <p:cNvSpPr/>
            <p:nvPr/>
          </p:nvSpPr>
          <p:spPr>
            <a:xfrm>
              <a:off x="1553055" y="3960900"/>
              <a:ext cx="82800" cy="88200"/>
            </a:xfrm>
            <a:prstGeom prst="rtTriangl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990" name="Google Shape;25990;p42">
              <a:extLst>
                <a:ext uri="{FF2B5EF4-FFF2-40B4-BE49-F238E27FC236}">
                  <a16:creationId xmlns:a16="http://schemas.microsoft.com/office/drawing/2014/main" id="{27CC6797-591F-1870-AE49-497E93E2AEFA}"/>
                </a:ext>
              </a:extLst>
            </p:cNvPr>
            <p:cNvCxnSpPr/>
            <p:nvPr/>
          </p:nvCxnSpPr>
          <p:spPr>
            <a:xfrm>
              <a:off x="1139950" y="413640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1" name="Google Shape;25991;p42">
              <a:extLst>
                <a:ext uri="{FF2B5EF4-FFF2-40B4-BE49-F238E27FC236}">
                  <a16:creationId xmlns:a16="http://schemas.microsoft.com/office/drawing/2014/main" id="{38DCC384-C010-0D2E-9097-4EE377818486}"/>
                </a:ext>
              </a:extLst>
            </p:cNvPr>
            <p:cNvCxnSpPr/>
            <p:nvPr/>
          </p:nvCxnSpPr>
          <p:spPr>
            <a:xfrm>
              <a:off x="1139950" y="418621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2" name="Google Shape;25992;p42">
              <a:extLst>
                <a:ext uri="{FF2B5EF4-FFF2-40B4-BE49-F238E27FC236}">
                  <a16:creationId xmlns:a16="http://schemas.microsoft.com/office/drawing/2014/main" id="{5F97D365-BDBD-98D2-30DD-71A99FE314F9}"/>
                </a:ext>
              </a:extLst>
            </p:cNvPr>
            <p:cNvCxnSpPr/>
            <p:nvPr/>
          </p:nvCxnSpPr>
          <p:spPr>
            <a:xfrm>
              <a:off x="1139950" y="423602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3" name="Google Shape;25993;p42">
              <a:extLst>
                <a:ext uri="{FF2B5EF4-FFF2-40B4-BE49-F238E27FC236}">
                  <a16:creationId xmlns:a16="http://schemas.microsoft.com/office/drawing/2014/main" id="{A2A2A778-B0D7-B650-5FC3-4007EC1A3231}"/>
                </a:ext>
              </a:extLst>
            </p:cNvPr>
            <p:cNvCxnSpPr/>
            <p:nvPr/>
          </p:nvCxnSpPr>
          <p:spPr>
            <a:xfrm>
              <a:off x="1139950" y="4285833"/>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4" name="Google Shape;25994;p42">
              <a:extLst>
                <a:ext uri="{FF2B5EF4-FFF2-40B4-BE49-F238E27FC236}">
                  <a16:creationId xmlns:a16="http://schemas.microsoft.com/office/drawing/2014/main" id="{AFAD3C6F-C243-654B-5A31-C4348D3E0E99}"/>
                </a:ext>
              </a:extLst>
            </p:cNvPr>
            <p:cNvCxnSpPr/>
            <p:nvPr/>
          </p:nvCxnSpPr>
          <p:spPr>
            <a:xfrm>
              <a:off x="1139950" y="4335642"/>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5" name="Google Shape;25995;p42">
              <a:extLst>
                <a:ext uri="{FF2B5EF4-FFF2-40B4-BE49-F238E27FC236}">
                  <a16:creationId xmlns:a16="http://schemas.microsoft.com/office/drawing/2014/main" id="{07E726B1-F96C-2001-F6CD-D757079AFFCE}"/>
                </a:ext>
              </a:extLst>
            </p:cNvPr>
            <p:cNvCxnSpPr/>
            <p:nvPr/>
          </p:nvCxnSpPr>
          <p:spPr>
            <a:xfrm>
              <a:off x="1139950" y="4385450"/>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6" name="Google Shape;25996;p42">
              <a:extLst>
                <a:ext uri="{FF2B5EF4-FFF2-40B4-BE49-F238E27FC236}">
                  <a16:creationId xmlns:a16="http://schemas.microsoft.com/office/drawing/2014/main" id="{C63301ED-FF31-0191-5046-1F0DA7CF7C95}"/>
                </a:ext>
              </a:extLst>
            </p:cNvPr>
            <p:cNvCxnSpPr/>
            <p:nvPr/>
          </p:nvCxnSpPr>
          <p:spPr>
            <a:xfrm>
              <a:off x="1139950" y="4435258"/>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7" name="Google Shape;25997;p42">
              <a:extLst>
                <a:ext uri="{FF2B5EF4-FFF2-40B4-BE49-F238E27FC236}">
                  <a16:creationId xmlns:a16="http://schemas.microsoft.com/office/drawing/2014/main" id="{C7F2692A-0CE0-E4BD-929F-962A90261C4C}"/>
                </a:ext>
              </a:extLst>
            </p:cNvPr>
            <p:cNvCxnSpPr/>
            <p:nvPr/>
          </p:nvCxnSpPr>
          <p:spPr>
            <a:xfrm>
              <a:off x="1139950" y="4485067"/>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8" name="Google Shape;25998;p42">
              <a:extLst>
                <a:ext uri="{FF2B5EF4-FFF2-40B4-BE49-F238E27FC236}">
                  <a16:creationId xmlns:a16="http://schemas.microsoft.com/office/drawing/2014/main" id="{C34AE47F-20F7-CACC-ACB0-044B0F5F072A}"/>
                </a:ext>
              </a:extLst>
            </p:cNvPr>
            <p:cNvCxnSpPr/>
            <p:nvPr/>
          </p:nvCxnSpPr>
          <p:spPr>
            <a:xfrm>
              <a:off x="1139950" y="4534875"/>
              <a:ext cx="440100" cy="0"/>
            </a:xfrm>
            <a:prstGeom prst="straightConnector1">
              <a:avLst/>
            </a:prstGeom>
            <a:noFill/>
            <a:ln w="9525" cap="flat" cmpd="sng">
              <a:solidFill>
                <a:schemeClr val="dk1"/>
              </a:solidFill>
              <a:prstDash val="solid"/>
              <a:round/>
              <a:headEnd type="none" w="med" len="med"/>
              <a:tailEnd type="none" w="med" len="med"/>
            </a:ln>
          </p:spPr>
        </p:cxnSp>
        <p:cxnSp>
          <p:nvCxnSpPr>
            <p:cNvPr id="25999" name="Google Shape;25999;p42">
              <a:extLst>
                <a:ext uri="{FF2B5EF4-FFF2-40B4-BE49-F238E27FC236}">
                  <a16:creationId xmlns:a16="http://schemas.microsoft.com/office/drawing/2014/main" id="{CF16AE6D-94E5-D163-5155-B6640FF21A77}"/>
                </a:ext>
              </a:extLst>
            </p:cNvPr>
            <p:cNvCxnSpPr/>
            <p:nvPr/>
          </p:nvCxnSpPr>
          <p:spPr>
            <a:xfrm>
              <a:off x="1139950" y="4086600"/>
              <a:ext cx="440100" cy="0"/>
            </a:xfrm>
            <a:prstGeom prst="straightConnector1">
              <a:avLst/>
            </a:prstGeom>
            <a:noFill/>
            <a:ln w="9525" cap="flat" cmpd="sng">
              <a:solidFill>
                <a:schemeClr val="dk1"/>
              </a:solidFill>
              <a:prstDash val="solid"/>
              <a:round/>
              <a:headEnd type="none" w="med" len="med"/>
              <a:tailEnd type="none" w="med" len="med"/>
            </a:ln>
          </p:spPr>
        </p:cxnSp>
      </p:grpSp>
    </p:spTree>
    <p:extLst>
      <p:ext uri="{BB962C8B-B14F-4D97-AF65-F5344CB8AC3E}">
        <p14:creationId xmlns:p14="http://schemas.microsoft.com/office/powerpoint/2010/main" val="31737947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174"/>
        <p:cNvGrpSpPr/>
        <p:nvPr/>
      </p:nvGrpSpPr>
      <p:grpSpPr>
        <a:xfrm>
          <a:off x="0" y="0"/>
          <a:ext cx="0" cy="0"/>
          <a:chOff x="0" y="0"/>
          <a:chExt cx="0" cy="0"/>
        </a:xfrm>
      </p:grpSpPr>
      <p:grpSp>
        <p:nvGrpSpPr>
          <p:cNvPr id="26178" name="Google Shape;26178;p48"/>
          <p:cNvGrpSpPr/>
          <p:nvPr/>
        </p:nvGrpSpPr>
        <p:grpSpPr>
          <a:xfrm>
            <a:off x="7168420" y="1465441"/>
            <a:ext cx="589885" cy="181760"/>
            <a:chOff x="7348260" y="836550"/>
            <a:chExt cx="752500" cy="231866"/>
          </a:xfrm>
        </p:grpSpPr>
        <p:sp>
          <p:nvSpPr>
            <p:cNvPr id="26179" name="Google Shape;26179;p48"/>
            <p:cNvSpPr/>
            <p:nvPr/>
          </p:nvSpPr>
          <p:spPr>
            <a:xfrm>
              <a:off x="7348260" y="836550"/>
              <a:ext cx="200700" cy="195300"/>
            </a:xfrm>
            <a:prstGeom prst="roundRect">
              <a:avLst>
                <a:gd name="adj" fmla="val 7198"/>
              </a:avLst>
            </a:pr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48"/>
            <p:cNvSpPr/>
            <p:nvPr/>
          </p:nvSpPr>
          <p:spPr>
            <a:xfrm>
              <a:off x="7587767" y="836550"/>
              <a:ext cx="268958" cy="231866"/>
            </a:xfrm>
            <a:prstGeom prst="roundRect">
              <a:avLst>
                <a:gd name="adj" fmla="val 7198"/>
              </a:avLst>
            </a:pr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48"/>
            <p:cNvSpPr/>
            <p:nvPr/>
          </p:nvSpPr>
          <p:spPr>
            <a:xfrm>
              <a:off x="7900060" y="836550"/>
              <a:ext cx="200700" cy="195300"/>
            </a:xfrm>
            <a:prstGeom prst="roundRect">
              <a:avLst>
                <a:gd name="adj" fmla="val 7198"/>
              </a:avLst>
            </a:pr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82" name="Google Shape;26182;p48"/>
          <p:cNvSpPr txBox="1">
            <a:spLocks noGrp="1"/>
          </p:cNvSpPr>
          <p:nvPr>
            <p:ph type="subTitle" idx="1"/>
          </p:nvPr>
        </p:nvSpPr>
        <p:spPr>
          <a:xfrm>
            <a:off x="370325" y="884958"/>
            <a:ext cx="5143369" cy="3413685"/>
          </a:xfrm>
          <a:prstGeom prst="rect">
            <a:avLst/>
          </a:prstGeom>
        </p:spPr>
        <p:txBody>
          <a:bodyPr spcFirstLastPara="1" wrap="square" lIns="91425" tIns="91425" rIns="91425" bIns="91425" anchor="t" anchorCtr="0">
            <a:noAutofit/>
          </a:bodyPr>
          <a:lstStyle/>
          <a:p>
            <a:pPr marL="285750" indent="-285750">
              <a:buFont typeface="Wingdings"/>
              <a:buChar char="q"/>
            </a:pPr>
            <a:r>
              <a:rPr lang="en" b="1"/>
              <a:t>Centralized Storage System</a:t>
            </a:r>
            <a:r>
              <a:rPr lang="en"/>
              <a:t> – All lost and found items stored in one searchable database with  descriptions and location </a:t>
            </a:r>
          </a:p>
          <a:p>
            <a:pPr marL="285750" indent="-285750">
              <a:buFont typeface="Wingdings"/>
              <a:buChar char="q"/>
            </a:pPr>
            <a:endParaRPr lang="en"/>
          </a:p>
          <a:p>
            <a:pPr marL="285750" indent="-285750">
              <a:buFont typeface="Wingdings"/>
              <a:buChar char="q"/>
            </a:pPr>
            <a:r>
              <a:rPr lang="en" b="1">
                <a:solidFill>
                  <a:schemeClr val="accent4">
                    <a:lumMod val="10000"/>
                  </a:schemeClr>
                </a:solidFill>
              </a:rPr>
              <a:t>Smart Matching</a:t>
            </a:r>
            <a:r>
              <a:rPr lang="en">
                <a:solidFill>
                  <a:schemeClr val="accent4">
                    <a:lumMod val="10000"/>
                  </a:schemeClr>
                </a:solidFill>
              </a:rPr>
              <a:t> : Automatically compares new lost/ found reports against existing entries to find potential matches</a:t>
            </a:r>
            <a:r>
              <a:rPr lang="en"/>
              <a:t> </a:t>
            </a:r>
          </a:p>
          <a:p>
            <a:pPr marL="285750" indent="-285750" algn="l">
              <a:buSzPts val="1000"/>
              <a:buFont typeface="Wingdings"/>
              <a:buChar char="q"/>
            </a:pPr>
            <a:endParaRPr lang="en"/>
          </a:p>
          <a:p>
            <a:pPr marL="285750" indent="-285750">
              <a:buFont typeface="Wingdings"/>
              <a:buChar char="q"/>
            </a:pPr>
            <a:r>
              <a:rPr lang="en" b="1"/>
              <a:t>University – Only Access</a:t>
            </a:r>
            <a:r>
              <a:rPr lang="en"/>
              <a:t> – Restricted to verified students for reporting lost items and claiming found ones </a:t>
            </a:r>
          </a:p>
          <a:p>
            <a:pPr marL="285750" indent="-285750">
              <a:buFont typeface="Wingdings"/>
              <a:buChar char="q"/>
            </a:pPr>
            <a:endParaRPr lang="en"/>
          </a:p>
          <a:p>
            <a:pPr marL="285750" indent="-285750">
              <a:buFont typeface="Wingdings"/>
              <a:buChar char="q"/>
            </a:pPr>
            <a:r>
              <a:rPr lang="en" b="1"/>
              <a:t>Identity Verification </a:t>
            </a:r>
            <a:r>
              <a:rPr lang="en"/>
              <a:t>– Owners must answers security questions only the true owner would know before item returns </a:t>
            </a:r>
          </a:p>
          <a:p>
            <a:pPr marL="285750" indent="-285750">
              <a:buFont typeface="Wingdings"/>
              <a:buChar char="q"/>
            </a:pPr>
            <a:endParaRPr lang="en"/>
          </a:p>
          <a:p>
            <a:pPr marL="285750" indent="-285750">
              <a:buFont typeface="Wingdings"/>
              <a:buChar char="q"/>
            </a:pPr>
            <a:r>
              <a:rPr lang="en" b="1"/>
              <a:t>Safe Exchange Protoco</a:t>
            </a:r>
            <a:r>
              <a:rPr lang="en"/>
              <a:t>l – App directs both parties to connect via email. </a:t>
            </a:r>
          </a:p>
          <a:p>
            <a:pPr marL="285750" indent="-285750">
              <a:buFont typeface="Wingdings"/>
              <a:buChar char="q"/>
            </a:pPr>
            <a:endParaRPr lang="en"/>
          </a:p>
          <a:p>
            <a:pPr marL="285750" indent="-285750">
              <a:buFont typeface="Wingdings"/>
              <a:buChar char="q"/>
            </a:pPr>
            <a:r>
              <a:rPr lang="en" b="1"/>
              <a:t>Item Lifecycle Tracking</a:t>
            </a:r>
            <a:r>
              <a:rPr lang="en"/>
              <a:t> – Clear Status indicators ( active, resolved) prevent duplicates and confusion</a:t>
            </a:r>
          </a:p>
          <a:p>
            <a:pPr marL="0" indent="0">
              <a:buNone/>
            </a:pPr>
            <a:endParaRPr lang="en"/>
          </a:p>
          <a:p>
            <a:pPr marL="285750" indent="-285750">
              <a:buFont typeface="Wingdings"/>
              <a:buChar char="q"/>
            </a:pPr>
            <a:endParaRPr lang="en"/>
          </a:p>
          <a:p>
            <a:pPr marL="285750" indent="-285750">
              <a:buFont typeface="Wingdings"/>
              <a:buChar char="q"/>
            </a:pPr>
            <a:endParaRPr lang="en"/>
          </a:p>
        </p:txBody>
      </p:sp>
      <p:sp>
        <p:nvSpPr>
          <p:cNvPr id="26183" name="Google Shape;26183;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r>
              <a:rPr lang="en"/>
              <a:t>5. How Will The Feature Set Help Them ? </a:t>
            </a:r>
          </a:p>
        </p:txBody>
      </p:sp>
      <p:sp>
        <p:nvSpPr>
          <p:cNvPr id="3" name="Picture Placeholder 2">
            <a:extLst>
              <a:ext uri="{FF2B5EF4-FFF2-40B4-BE49-F238E27FC236}">
                <a16:creationId xmlns:a16="http://schemas.microsoft.com/office/drawing/2014/main" id="{A0D70825-5D2F-D51E-2285-E95A7AFDB041}"/>
              </a:ext>
            </a:extLst>
          </p:cNvPr>
          <p:cNvSpPr>
            <a:spLocks noGrp="1"/>
          </p:cNvSpPr>
          <p:nvPr>
            <p:ph type="pic" idx="2"/>
          </p:nvPr>
        </p:nvSpPr>
        <p:spPr>
          <a:xfrm>
            <a:off x="5513791" y="1463871"/>
            <a:ext cx="2915700" cy="2831400"/>
          </a:xfrm>
        </p:spPr>
        <p:txBody>
          <a:bodyPr/>
          <a:lstStyle/>
          <a:p>
            <a:endParaRPr lang="en-US"/>
          </a:p>
        </p:txBody>
      </p:sp>
      <p:grpSp>
        <p:nvGrpSpPr>
          <p:cNvPr id="9" name="Google Shape;27833;p75">
            <a:extLst>
              <a:ext uri="{FF2B5EF4-FFF2-40B4-BE49-F238E27FC236}">
                <a16:creationId xmlns:a16="http://schemas.microsoft.com/office/drawing/2014/main" id="{0136018A-16F2-061B-59D6-DC875309AF48}"/>
              </a:ext>
            </a:extLst>
          </p:cNvPr>
          <p:cNvGrpSpPr/>
          <p:nvPr/>
        </p:nvGrpSpPr>
        <p:grpSpPr>
          <a:xfrm>
            <a:off x="5567996" y="1746913"/>
            <a:ext cx="2806576" cy="453702"/>
            <a:chOff x="4299950" y="2312175"/>
            <a:chExt cx="2806576" cy="453702"/>
          </a:xfrm>
        </p:grpSpPr>
        <p:sp>
          <p:nvSpPr>
            <p:cNvPr id="4" name="Google Shape;27834;p75">
              <a:extLst>
                <a:ext uri="{FF2B5EF4-FFF2-40B4-BE49-F238E27FC236}">
                  <a16:creationId xmlns:a16="http://schemas.microsoft.com/office/drawing/2014/main" id="{B0E896BC-1EA5-7CC3-CF5F-FE4898F21964}"/>
                </a:ext>
              </a:extLst>
            </p:cNvPr>
            <p:cNvSpPr/>
            <p:nvPr/>
          </p:nvSpPr>
          <p:spPr>
            <a:xfrm>
              <a:off x="4349526" y="2368077"/>
              <a:ext cx="2757000" cy="397800"/>
            </a:xfrm>
            <a:prstGeom prst="roundRect">
              <a:avLst>
                <a:gd name="adj" fmla="val 16667"/>
              </a:avLst>
            </a:pr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27835;p75">
              <a:extLst>
                <a:ext uri="{FF2B5EF4-FFF2-40B4-BE49-F238E27FC236}">
                  <a16:creationId xmlns:a16="http://schemas.microsoft.com/office/drawing/2014/main" id="{38616897-6AFA-6572-CAE9-FC8293BB17E8}"/>
                </a:ext>
              </a:extLst>
            </p:cNvPr>
            <p:cNvSpPr/>
            <p:nvPr/>
          </p:nvSpPr>
          <p:spPr>
            <a:xfrm>
              <a:off x="4299950" y="2312175"/>
              <a:ext cx="2757000" cy="3978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27836;p75">
              <a:extLst>
                <a:ext uri="{FF2B5EF4-FFF2-40B4-BE49-F238E27FC236}">
                  <a16:creationId xmlns:a16="http://schemas.microsoft.com/office/drawing/2014/main" id="{9DA08EAA-DE35-696E-9A91-E25D0DBD804B}"/>
                </a:ext>
              </a:extLst>
            </p:cNvPr>
            <p:cNvSpPr/>
            <p:nvPr/>
          </p:nvSpPr>
          <p:spPr>
            <a:xfrm rot="5400000">
              <a:off x="5733275" y="1386400"/>
              <a:ext cx="397800" cy="2249400"/>
            </a:xfrm>
            <a:prstGeom prst="round2SameRect">
              <a:avLst>
                <a:gd name="adj1" fmla="val 16667"/>
                <a:gd name="adj2" fmla="val 0"/>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27837;p75">
              <a:extLst>
                <a:ext uri="{FF2B5EF4-FFF2-40B4-BE49-F238E27FC236}">
                  <a16:creationId xmlns:a16="http://schemas.microsoft.com/office/drawing/2014/main" id="{EBEE5DF6-C24A-FB57-BD10-73C131EB8FE6}"/>
                </a:ext>
              </a:extLst>
            </p:cNvPr>
            <p:cNvSpPr/>
            <p:nvPr/>
          </p:nvSpPr>
          <p:spPr>
            <a:xfrm rot="-2200028">
              <a:off x="4450994" y="2387305"/>
              <a:ext cx="203461" cy="203461"/>
            </a:xfrm>
            <a:prstGeom prst="ellipse">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 name="Google Shape;27838;p75">
              <a:extLst>
                <a:ext uri="{FF2B5EF4-FFF2-40B4-BE49-F238E27FC236}">
                  <a16:creationId xmlns:a16="http://schemas.microsoft.com/office/drawing/2014/main" id="{40AD8D2F-9D5F-CA91-8C56-B0D706905D8A}"/>
                </a:ext>
              </a:extLst>
            </p:cNvPr>
            <p:cNvCxnSpPr>
              <a:stCxn id="27837" idx="4"/>
            </p:cNvCxnSpPr>
            <p:nvPr/>
          </p:nvCxnSpPr>
          <p:spPr>
            <a:xfrm>
              <a:off x="4613475" y="2570636"/>
              <a:ext cx="78300" cy="105000"/>
            </a:xfrm>
            <a:prstGeom prst="straightConnector1">
              <a:avLst/>
            </a:prstGeom>
            <a:noFill/>
            <a:ln w="9525" cap="flat" cmpd="sng">
              <a:solidFill>
                <a:schemeClr val="dk1"/>
              </a:solidFill>
              <a:prstDash val="solid"/>
              <a:round/>
              <a:headEnd type="none" w="med" len="med"/>
              <a:tailEnd type="none" w="med" len="med"/>
            </a:ln>
          </p:spPr>
        </p:cxn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FC5D62-8C06-C990-B5D2-A35A498790BE}"/>
              </a:ext>
            </a:extLst>
          </p:cNvPr>
          <p:cNvSpPr>
            <a:spLocks noGrp="1"/>
          </p:cNvSpPr>
          <p:nvPr>
            <p:ph type="title"/>
          </p:nvPr>
        </p:nvSpPr>
        <p:spPr>
          <a:xfrm>
            <a:off x="316880" y="601950"/>
            <a:ext cx="8452860" cy="926819"/>
          </a:xfrm>
        </p:spPr>
        <p:txBody>
          <a:bodyPr/>
          <a:lstStyle/>
          <a:p>
            <a:r>
              <a:rPr lang="en-US" sz="3200">
                <a:solidFill>
                  <a:srgbClr val="000000"/>
                </a:solidFill>
                <a:latin typeface="Barlow"/>
                <a:cs typeface="Arial"/>
              </a:rPr>
              <a:t>6.Can your app be generated simply by prompting an LLM/agent?</a:t>
            </a:r>
            <a:endParaRPr lang="en-US" sz="3200">
              <a:latin typeface="Barlow"/>
            </a:endParaRPr>
          </a:p>
        </p:txBody>
      </p:sp>
      <p:sp>
        <p:nvSpPr>
          <p:cNvPr id="3" name="Subtitle 2">
            <a:extLst>
              <a:ext uri="{FF2B5EF4-FFF2-40B4-BE49-F238E27FC236}">
                <a16:creationId xmlns:a16="http://schemas.microsoft.com/office/drawing/2014/main" id="{F6F6C288-DE67-94C0-C4E9-271F02B5AE52}"/>
              </a:ext>
            </a:extLst>
          </p:cNvPr>
          <p:cNvSpPr>
            <a:spLocks noGrp="1"/>
          </p:cNvSpPr>
          <p:nvPr>
            <p:ph type="subTitle" idx="1"/>
          </p:nvPr>
        </p:nvSpPr>
        <p:spPr>
          <a:xfrm>
            <a:off x="317561" y="1290649"/>
            <a:ext cx="9155260" cy="2851793"/>
          </a:xfrm>
        </p:spPr>
        <p:txBody>
          <a:bodyPr/>
          <a:lstStyle/>
          <a:p>
            <a:pPr marL="482600" indent="-342900">
              <a:buFont typeface="Wingdings"/>
              <a:buChar char="q"/>
            </a:pPr>
            <a:r>
              <a:rPr lang="en-US">
                <a:solidFill>
                  <a:srgbClr val="000000"/>
                </a:solidFill>
                <a:cs typeface="Arial"/>
              </a:rPr>
              <a:t>The app can be </a:t>
            </a:r>
            <a:r>
              <a:rPr lang="en-US" b="1">
                <a:solidFill>
                  <a:srgbClr val="000000"/>
                </a:solidFill>
                <a:cs typeface="Arial"/>
              </a:rPr>
              <a:t>generated</a:t>
            </a:r>
            <a:r>
              <a:rPr lang="en-US">
                <a:solidFill>
                  <a:srgbClr val="000000"/>
                </a:solidFill>
                <a:cs typeface="Arial"/>
              </a:rPr>
              <a:t> by simply prompting an LLM/agent </a:t>
            </a:r>
          </a:p>
          <a:p>
            <a:pPr marL="482600" indent="-342900">
              <a:buFont typeface="Wingdings"/>
              <a:buChar char="q"/>
            </a:pPr>
            <a:r>
              <a:rPr lang="en-US" b="1">
                <a:solidFill>
                  <a:srgbClr val="0070C0"/>
                </a:solidFill>
                <a:cs typeface="Arial"/>
              </a:rPr>
              <a:t>Key-gaps in LLM-only Approach</a:t>
            </a:r>
            <a:r>
              <a:rPr lang="en-US" b="1">
                <a:solidFill>
                  <a:srgbClr val="000000"/>
                </a:solidFill>
                <a:cs typeface="Arial"/>
              </a:rPr>
              <a:t> </a:t>
            </a:r>
            <a:r>
              <a:rPr lang="en-US">
                <a:solidFill>
                  <a:srgbClr val="000000"/>
                </a:solidFill>
                <a:cs typeface="Arial"/>
              </a:rPr>
              <a:t>  :</a:t>
            </a:r>
          </a:p>
          <a:p>
            <a:pPr marL="939800" lvl="1" algn="l">
              <a:lnSpc>
                <a:spcPct val="114999"/>
              </a:lnSpc>
              <a:buFont typeface="Courier New"/>
              <a:buChar char="o"/>
            </a:pPr>
            <a:r>
              <a:rPr lang="en-US" sz="1600">
                <a:solidFill>
                  <a:srgbClr val="000000"/>
                </a:solidFill>
                <a:cs typeface="Arial"/>
              </a:rPr>
              <a:t>No persistent database for</a:t>
            </a:r>
            <a:r>
              <a:rPr lang="en-US" sz="1600" b="1">
                <a:solidFill>
                  <a:srgbClr val="000000"/>
                </a:solidFill>
                <a:cs typeface="Arial"/>
              </a:rPr>
              <a:t> reliable </a:t>
            </a:r>
            <a:r>
              <a:rPr lang="en-US" sz="1600">
                <a:solidFill>
                  <a:srgbClr val="000000"/>
                </a:solidFill>
                <a:cs typeface="Arial"/>
              </a:rPr>
              <a:t>item tracking</a:t>
            </a:r>
          </a:p>
          <a:p>
            <a:pPr marL="939800" lvl="1" algn="l">
              <a:lnSpc>
                <a:spcPct val="114999"/>
              </a:lnSpc>
              <a:buFont typeface="Courier New"/>
              <a:buChar char="o"/>
            </a:pPr>
            <a:r>
              <a:rPr lang="en-US" sz="1600" b="1">
                <a:solidFill>
                  <a:srgbClr val="000000"/>
                </a:solidFill>
                <a:cs typeface="Arial"/>
              </a:rPr>
              <a:t>Lacks </a:t>
            </a:r>
            <a:r>
              <a:rPr lang="en-US" sz="1600">
                <a:solidFill>
                  <a:srgbClr val="000000"/>
                </a:solidFill>
                <a:cs typeface="Arial"/>
              </a:rPr>
              <a:t>secure university authentication </a:t>
            </a:r>
            <a:endParaRPr lang="en-US" sz="1600">
              <a:solidFill>
                <a:srgbClr val="27421C"/>
              </a:solidFill>
              <a:cs typeface="Arial"/>
            </a:endParaRPr>
          </a:p>
          <a:p>
            <a:pPr marL="939800" lvl="1" algn="l">
              <a:lnSpc>
                <a:spcPct val="114999"/>
              </a:lnSpc>
              <a:buFont typeface="Courier New"/>
              <a:buChar char="o"/>
            </a:pPr>
            <a:r>
              <a:rPr lang="en-US" sz="1600">
                <a:solidFill>
                  <a:srgbClr val="050505"/>
                </a:solidFill>
                <a:cs typeface="Arial"/>
              </a:rPr>
              <a:t>Cannot enforce</a:t>
            </a:r>
            <a:r>
              <a:rPr lang="en-US" sz="1600" b="1">
                <a:solidFill>
                  <a:srgbClr val="050505"/>
                </a:solidFill>
                <a:cs typeface="Arial"/>
              </a:rPr>
              <a:t> campus-specific</a:t>
            </a:r>
            <a:r>
              <a:rPr lang="en-US" sz="1600">
                <a:solidFill>
                  <a:srgbClr val="050505"/>
                </a:solidFill>
                <a:cs typeface="Arial"/>
              </a:rPr>
              <a:t> access controls </a:t>
            </a:r>
          </a:p>
          <a:p>
            <a:pPr marL="939800" lvl="1" algn="l">
              <a:lnSpc>
                <a:spcPct val="114999"/>
              </a:lnSpc>
              <a:buFont typeface="Courier New"/>
              <a:buChar char="o"/>
            </a:pPr>
            <a:r>
              <a:rPr lang="en-US" sz="1600">
                <a:solidFill>
                  <a:srgbClr val="050505"/>
                </a:solidFill>
                <a:cs typeface="Arial"/>
              </a:rPr>
              <a:t>No </a:t>
            </a:r>
            <a:r>
              <a:rPr lang="en-US" sz="1600" b="1">
                <a:solidFill>
                  <a:srgbClr val="050505"/>
                </a:solidFill>
                <a:cs typeface="Arial"/>
              </a:rPr>
              <a:t>integration</a:t>
            </a:r>
            <a:r>
              <a:rPr lang="en-US" sz="1600">
                <a:solidFill>
                  <a:srgbClr val="050505"/>
                </a:solidFill>
                <a:cs typeface="Arial"/>
              </a:rPr>
              <a:t> with campus safety </a:t>
            </a:r>
          </a:p>
          <a:p>
            <a:pPr marL="482600" indent="-342900">
              <a:buFont typeface="Wingdings"/>
              <a:buChar char="q"/>
            </a:pPr>
            <a:r>
              <a:rPr lang="en-US" b="1">
                <a:solidFill>
                  <a:srgbClr val="0070C0"/>
                </a:solidFill>
                <a:cs typeface="Arial"/>
              </a:rPr>
              <a:t>Solution Provides</a:t>
            </a:r>
            <a:r>
              <a:rPr lang="en-US">
                <a:solidFill>
                  <a:srgbClr val="000000"/>
                </a:solidFill>
                <a:cs typeface="Arial"/>
              </a:rPr>
              <a:t> : </a:t>
            </a:r>
          </a:p>
          <a:p>
            <a:pPr marL="939800" lvl="1" algn="l">
              <a:lnSpc>
                <a:spcPct val="114999"/>
              </a:lnSpc>
              <a:buFont typeface="Courier New"/>
              <a:buChar char="o"/>
            </a:pPr>
            <a:r>
              <a:rPr lang="en-US" sz="1600" b="1">
                <a:solidFill>
                  <a:srgbClr val="000000"/>
                </a:solidFill>
                <a:cs typeface="Arial"/>
              </a:rPr>
              <a:t>GSU- customized</a:t>
            </a:r>
            <a:r>
              <a:rPr lang="en-US" sz="1600">
                <a:solidFill>
                  <a:srgbClr val="000000"/>
                </a:solidFill>
                <a:cs typeface="Arial"/>
              </a:rPr>
              <a:t> authentication</a:t>
            </a:r>
          </a:p>
          <a:p>
            <a:pPr marL="939800" lvl="1" algn="l">
              <a:lnSpc>
                <a:spcPct val="114999"/>
              </a:lnSpc>
              <a:buFont typeface="Courier New"/>
              <a:buChar char="o"/>
            </a:pPr>
            <a:r>
              <a:rPr lang="en-US" sz="1600">
                <a:solidFill>
                  <a:srgbClr val="000000"/>
                </a:solidFill>
                <a:cs typeface="Arial"/>
              </a:rPr>
              <a:t>Structured database with </a:t>
            </a:r>
            <a:r>
              <a:rPr lang="en-US" sz="1600" b="1">
                <a:solidFill>
                  <a:srgbClr val="000000"/>
                </a:solidFill>
                <a:cs typeface="Arial"/>
              </a:rPr>
              <a:t>optimized </a:t>
            </a:r>
            <a:r>
              <a:rPr lang="en-US" sz="1600">
                <a:solidFill>
                  <a:srgbClr val="000000"/>
                </a:solidFill>
                <a:cs typeface="Arial"/>
              </a:rPr>
              <a:t>search </a:t>
            </a:r>
          </a:p>
          <a:p>
            <a:pPr marL="939800" lvl="1" algn="l">
              <a:lnSpc>
                <a:spcPct val="114999"/>
              </a:lnSpc>
              <a:buFont typeface="Courier New"/>
              <a:buChar char="o"/>
            </a:pPr>
            <a:r>
              <a:rPr lang="en-US" sz="1600" b="1">
                <a:solidFill>
                  <a:srgbClr val="000000"/>
                </a:solidFill>
                <a:cs typeface="Arial"/>
              </a:rPr>
              <a:t>Rule-based </a:t>
            </a:r>
            <a:r>
              <a:rPr lang="en-US" sz="1600">
                <a:solidFill>
                  <a:srgbClr val="000000"/>
                </a:solidFill>
                <a:cs typeface="Arial"/>
              </a:rPr>
              <a:t>verification </a:t>
            </a:r>
          </a:p>
          <a:p>
            <a:pPr marL="939800" lvl="1" algn="l">
              <a:lnSpc>
                <a:spcPct val="114999"/>
              </a:lnSpc>
              <a:buFont typeface="Courier New"/>
              <a:buChar char="o"/>
            </a:pPr>
            <a:r>
              <a:rPr lang="en-US" sz="1600" b="1">
                <a:solidFill>
                  <a:srgbClr val="000000"/>
                </a:solidFill>
                <a:cs typeface="Arial"/>
              </a:rPr>
              <a:t>Human</a:t>
            </a:r>
            <a:r>
              <a:rPr lang="en-US" sz="1600">
                <a:solidFill>
                  <a:srgbClr val="000000"/>
                </a:solidFill>
                <a:cs typeface="Arial"/>
              </a:rPr>
              <a:t> oversight for high value items</a:t>
            </a:r>
          </a:p>
          <a:p>
            <a:pPr marL="939800" lvl="1" algn="l">
              <a:lnSpc>
                <a:spcPct val="114999"/>
              </a:lnSpc>
              <a:buFont typeface="Courier New"/>
              <a:buChar char="o"/>
            </a:pPr>
            <a:r>
              <a:rPr lang="en-US" sz="1600" b="1">
                <a:solidFill>
                  <a:srgbClr val="000000"/>
                </a:solidFill>
                <a:cs typeface="Arial"/>
              </a:rPr>
              <a:t>Complete</a:t>
            </a:r>
            <a:r>
              <a:rPr lang="en-US" sz="1600">
                <a:solidFill>
                  <a:srgbClr val="000000"/>
                </a:solidFill>
                <a:cs typeface="Arial"/>
              </a:rPr>
              <a:t> audit logging</a:t>
            </a:r>
          </a:p>
          <a:p>
            <a:pPr marL="939800" lvl="1" algn="l">
              <a:lnSpc>
                <a:spcPct val="114999"/>
              </a:lnSpc>
              <a:buFont typeface="Courier New"/>
              <a:buChar char="o"/>
            </a:pPr>
            <a:r>
              <a:rPr lang="en-US" sz="1600">
                <a:solidFill>
                  <a:srgbClr val="000000"/>
                </a:solidFill>
                <a:cs typeface="Arial"/>
              </a:rPr>
              <a:t>Campus security and location integration</a:t>
            </a:r>
            <a:r>
              <a:rPr lang="en-US" sz="1800">
                <a:solidFill>
                  <a:srgbClr val="000000"/>
                </a:solidFill>
                <a:cs typeface="Arial"/>
              </a:rPr>
              <a:t> </a:t>
            </a:r>
          </a:p>
        </p:txBody>
      </p:sp>
    </p:spTree>
    <p:extLst>
      <p:ext uri="{BB962C8B-B14F-4D97-AF65-F5344CB8AC3E}">
        <p14:creationId xmlns:p14="http://schemas.microsoft.com/office/powerpoint/2010/main" val="526892655"/>
      </p:ext>
    </p:extLst>
  </p:cSld>
  <p:clrMapOvr>
    <a:masterClrMapping/>
  </p:clrMapOvr>
</p:sld>
</file>

<file path=ppt/theme/theme1.xml><?xml version="1.0" encoding="utf-8"?>
<a:theme xmlns:a="http://schemas.openxmlformats.org/drawingml/2006/main" name="Interface Style Website Design by Slidesgo">
  <a:themeElements>
    <a:clrScheme name="Simple Light">
      <a:dk1>
        <a:srgbClr val="27421C"/>
      </a:dk1>
      <a:lt1>
        <a:srgbClr val="FFFFFF"/>
      </a:lt1>
      <a:dk2>
        <a:srgbClr val="FCF2E8"/>
      </a:dk2>
      <a:lt2>
        <a:srgbClr val="EA564C"/>
      </a:lt2>
      <a:accent1>
        <a:srgbClr val="F9B177"/>
      </a:accent1>
      <a:accent2>
        <a:srgbClr val="FBD4CF"/>
      </a:accent2>
      <a:accent3>
        <a:srgbClr val="BAD8E2"/>
      </a:accent3>
      <a:accent4>
        <a:srgbClr val="C9DDC1"/>
      </a:accent4>
      <a:accent5>
        <a:srgbClr val="FFFFFF"/>
      </a:accent5>
      <a:accent6>
        <a:srgbClr val="FFFFFF"/>
      </a:accent6>
      <a:hlink>
        <a:srgbClr val="27421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Application>Microsoft Office PowerPoint</Application>
  <PresentationFormat>On-screen Show (16:9)</PresentationFormat>
  <Slides>7</Slides>
  <Notes>5</Notes>
  <HiddenSlides>0</HiddenSlides>
  <ScaleCrop>false</ScaleCrop>
  <HeadingPairs>
    <vt:vector size="4" baseType="variant">
      <vt:variant>
        <vt:lpstr>Theme</vt:lpstr>
      </vt:variant>
      <vt:variant>
        <vt:i4>1</vt:i4>
      </vt:variant>
      <vt:variant>
        <vt:lpstr>Slide Titles</vt:lpstr>
      </vt:variant>
      <vt:variant>
        <vt:i4>7</vt:i4>
      </vt:variant>
    </vt:vector>
  </HeadingPairs>
  <TitlesOfParts>
    <vt:vector size="8" baseType="lpstr">
      <vt:lpstr>Interface Style Website Design by Slidesgo</vt:lpstr>
      <vt:lpstr>Lost &amp; Found Application System</vt:lpstr>
      <vt:lpstr>What Problem(s) does your software hope to solve ? </vt:lpstr>
      <vt:lpstr>2. What Is one Competing Product</vt:lpstr>
      <vt:lpstr>3. How will your software be unique from its competitors?</vt:lpstr>
      <vt:lpstr>4. Who are the people your app hopes to help?</vt:lpstr>
      <vt:lpstr>5. How Will The Feature Set Help Them ? </vt:lpstr>
      <vt:lpstr>6.Can your app be generated simply by prompting an LLM/agent?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revision>1</cp:revision>
  <dcterms:modified xsi:type="dcterms:W3CDTF">2026-01-27T23:18:45Z</dcterms:modified>
</cp:coreProperties>
</file>